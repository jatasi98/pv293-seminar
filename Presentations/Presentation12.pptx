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4"/>
  </p:notesMasterIdLst>
  <p:handoutMasterIdLst>
    <p:handoutMasterId r:id="rId15"/>
  </p:handoutMasterIdLst>
  <p:sldIdLst>
    <p:sldId id="25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7" userDrawn="1">
          <p15:clr>
            <a:srgbClr val="A4A3A4"/>
          </p15:clr>
        </p15:guide>
        <p15:guide id="2" orient="horz" pos="1272" userDrawn="1">
          <p15:clr>
            <a:srgbClr val="A4A3A4"/>
          </p15:clr>
        </p15:guide>
        <p15:guide id="3" orient="horz" pos="715" userDrawn="1">
          <p15:clr>
            <a:srgbClr val="A4A3A4"/>
          </p15:clr>
        </p15:guide>
        <p15:guide id="4" orient="horz" pos="3861" userDrawn="1">
          <p15:clr>
            <a:srgbClr val="A4A3A4"/>
          </p15:clr>
        </p15:guide>
        <p15:guide id="5" orient="horz" pos="3944" userDrawn="1">
          <p15:clr>
            <a:srgbClr val="A4A3A4"/>
          </p15:clr>
        </p15:guide>
        <p15:guide id="6" pos="428" userDrawn="1">
          <p15:clr>
            <a:srgbClr val="A4A3A4"/>
          </p15:clr>
        </p15:guide>
        <p15:guide id="7" pos="7224" userDrawn="1">
          <p15:clr>
            <a:srgbClr val="A4A3A4"/>
          </p15:clr>
        </p15:guide>
        <p15:guide id="8" pos="909" userDrawn="1">
          <p15:clr>
            <a:srgbClr val="A4A3A4"/>
          </p15:clr>
        </p15:guide>
        <p15:guide id="9" pos="3688" userDrawn="1">
          <p15:clr>
            <a:srgbClr val="A4A3A4"/>
          </p15:clr>
        </p15:guide>
        <p15:guide id="10" pos="3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D45C"/>
    <a:srgbClr val="9100DC"/>
    <a:srgbClr val="0000DC"/>
    <a:srgbClr val="F01928"/>
    <a:srgbClr val="5AC8AF"/>
    <a:srgbClr val="00287D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16" autoAdjust="0"/>
    <p:restoredTop sz="95768" autoAdjust="0"/>
  </p:normalViewPr>
  <p:slideViewPr>
    <p:cSldViewPr snapToGrid="0">
      <p:cViewPr varScale="1">
        <p:scale>
          <a:sx n="100" d="100"/>
          <a:sy n="100" d="100"/>
        </p:scale>
        <p:origin x="84" y="306"/>
      </p:cViewPr>
      <p:guideLst>
        <p:guide orient="horz" pos="1117"/>
        <p:guide orient="horz" pos="1272"/>
        <p:guide orient="horz" pos="715"/>
        <p:guide orient="horz" pos="3861"/>
        <p:guide orient="horz" pos="3944"/>
        <p:guide pos="428"/>
        <p:guide pos="7224"/>
        <p:guide pos="909"/>
        <p:guide pos="3688"/>
        <p:guide pos="3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408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cs-CZ" altLang="cs-CZ"/>
          </a:p>
        </p:txBody>
      </p:sp>
      <p:sp>
        <p:nvSpPr>
          <p:cNvPr id="1003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1003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634D9CB-1186-4E97-85EF-EEFDD3E78B1E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8451449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061A6D36-8CFB-40FE-8D60-D2050488125D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388111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8587455-5AC3-4F6B-BE52-826326AFD3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11361600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/>
            </a:lvl1pPr>
          </a:lstStyle>
          <a:p>
            <a:r>
              <a:rPr lang="en-GB" noProof="0" dirty="0"/>
              <a:t>Click here to insert title</a:t>
            </a:r>
            <a:endParaRPr lang="cs-CZ" noProof="0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83F24B06-B2DE-4D1F-B580-6248E87C08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11361600" cy="698497"/>
          </a:xfrm>
        </p:spPr>
        <p:txBody>
          <a:bodyPr anchor="t"/>
          <a:lstStyle>
            <a:lvl1pPr marL="0" marR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 lang="cs-CZ" sz="24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/>
            </a:pPr>
            <a:r>
              <a:rPr lang="en-GB" noProof="0" dirty="0"/>
              <a:t>Click here to insert subtitle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540AFFE6-DFC8-ED4A-8392-6B2AE8246A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8240" y="5232400"/>
            <a:ext cx="1261862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84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 userDrawn="1">
          <p15:clr>
            <a:srgbClr val="FBAE40"/>
          </p15:clr>
        </p15:guide>
        <p15:guide id="2" pos="23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7920000" cy="252000"/>
          </a:xfrm>
        </p:spPr>
        <p:txBody>
          <a:bodyPr/>
          <a:lstStyle>
            <a:lvl1pPr>
              <a:defRPr sz="1200"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70407D-EE58-4A0B-824B-1D3AE42DD9CF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13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390E4E2C-8A81-45F0-A5ED-59F1EE588A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692002"/>
            <a:ext cx="10753200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9" name="Obrázek 1">
            <a:extLst>
              <a:ext uri="{FF2B5EF4-FFF2-40B4-BE49-F238E27FC236}">
                <a16:creationId xmlns:a16="http://schemas.microsoft.com/office/drawing/2014/main" id="{F74FB45F-71BD-7549-920C-2FE5F1716A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29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pos="43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70407D-EE58-4A0B-824B-1D3AE42DD9CF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7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13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5CA9AC87-D3DE-408C-9471-D419F474834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692002"/>
            <a:ext cx="10753200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8" name="Obrázek 1">
            <a:extLst>
              <a:ext uri="{FF2B5EF4-FFF2-40B4-BE49-F238E27FC236}">
                <a16:creationId xmlns:a16="http://schemas.microsoft.com/office/drawing/2014/main" id="{171E40E3-5770-3B45-B4B5-35CBDCF208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428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ABDE9BC5-EE25-44B2-8081-F2B94BAA6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1D440DD4-5185-4C05-8E91-80CB3DC6739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72000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91531ABC-E456-4507-A022-87C2E3C7A2AA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25128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10" name="Obrázek 1">
            <a:extLst>
              <a:ext uri="{FF2B5EF4-FFF2-40B4-BE49-F238E27FC236}">
                <a16:creationId xmlns:a16="http://schemas.microsoft.com/office/drawing/2014/main" id="{8A01F6C5-F64B-434B-9159-2639E39BC8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39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 userDrawn="1">
          <p15:clr>
            <a:srgbClr val="FBAE40"/>
          </p15:clr>
        </p15:guide>
        <p15:guide id="2" pos="724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16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725" y="1296001"/>
            <a:ext cx="5220000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18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pPr lvl="0"/>
            <a:r>
              <a:rPr lang="en-GB" noProof="0" dirty="0"/>
              <a:t>Click here to insert heading</a:t>
            </a:r>
            <a:endParaRPr lang="cs-CZ" noProof="0" dirty="0"/>
          </a:p>
        </p:txBody>
      </p:sp>
      <p:sp>
        <p:nvSpPr>
          <p:cNvPr id="21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51278" y="1290515"/>
            <a:ext cx="5220000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D7707F6E-62D9-4ACE-A33C-A5E15E5CDF75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72000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3" name="Zástupný symbol pro obsah 2">
            <a:extLst>
              <a:ext uri="{FF2B5EF4-FFF2-40B4-BE49-F238E27FC236}">
                <a16:creationId xmlns:a16="http://schemas.microsoft.com/office/drawing/2014/main" id="{911B9D34-B8F8-4804-B959-27E40687C897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25128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10" name="Obrázek 1">
            <a:extLst>
              <a:ext uri="{FF2B5EF4-FFF2-40B4-BE49-F238E27FC236}">
                <a16:creationId xmlns:a16="http://schemas.microsoft.com/office/drawing/2014/main" id="{40DA4B4B-7461-C745-B756-166EA6856B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6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6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,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8DF9A9-CF6E-49C8-A8BC-74FDF24B8C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1E1D20B9-1A33-484F-AB08-D95E85A9CB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7A2EACA-93F7-4696-A84F-C07E4801C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7" name="Zástupný symbol pro obsah 2">
            <a:extLst>
              <a:ext uri="{FF2B5EF4-FFF2-40B4-BE49-F238E27FC236}">
                <a16:creationId xmlns:a16="http://schemas.microsoft.com/office/drawing/2014/main" id="{45EA606A-B012-497D-A062-93B4C5E7BD3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735" y="2596845"/>
            <a:ext cx="4125465" cy="3208441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sz="2000"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8" name="Zástupný symbol pro obrázek 7">
            <a:extLst>
              <a:ext uri="{FF2B5EF4-FFF2-40B4-BE49-F238E27FC236}">
                <a16:creationId xmlns:a16="http://schemas.microsoft.com/office/drawing/2014/main" id="{55454331-9726-47EA-9406-7071E2CA33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29509" y="1665288"/>
            <a:ext cx="6207791" cy="4139998"/>
          </a:xfrm>
        </p:spPr>
        <p:txBody>
          <a:bodyPr anchor="ctr"/>
          <a:lstStyle>
            <a:lvl1pPr algn="ctr">
              <a:defRPr>
                <a:solidFill>
                  <a:srgbClr val="0000DC"/>
                </a:solidFill>
              </a:defRPr>
            </a:lvl1pPr>
          </a:lstStyle>
          <a:p>
            <a:r>
              <a:rPr lang="en-GB" noProof="0" dirty="0"/>
              <a:t>Click on the icon to insert image</a:t>
            </a:r>
          </a:p>
        </p:txBody>
      </p:sp>
      <p:sp>
        <p:nvSpPr>
          <p:cNvPr id="11" name="Zástupný symbol pro text 7">
            <a:extLst>
              <a:ext uri="{FF2B5EF4-FFF2-40B4-BE49-F238E27FC236}">
                <a16:creationId xmlns:a16="http://schemas.microsoft.com/office/drawing/2014/main" id="{B0741B4D-1AE5-4AB1-8AD2-5E6FAC7F6F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pic>
        <p:nvPicPr>
          <p:cNvPr id="10" name="Obrázek 1">
            <a:extLst>
              <a:ext uri="{FF2B5EF4-FFF2-40B4-BE49-F238E27FC236}">
                <a16:creationId xmlns:a16="http://schemas.microsoft.com/office/drawing/2014/main" id="{08404865-443F-B54E-9D7D-2EEDA75D19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83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 and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ástupný symbol pro obsah 12">
            <a:extLst>
              <a:ext uri="{FF2B5EF4-FFF2-40B4-BE49-F238E27FC236}">
                <a16:creationId xmlns:a16="http://schemas.microsoft.com/office/drawing/2014/main" id="{548D6DE9-EB16-4D0A-9F96-DD69C3E9721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440000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6" name="Zástupný symbol pro text 5">
            <a:extLst>
              <a:ext uri="{FF2B5EF4-FFF2-40B4-BE49-F238E27FC236}">
                <a16:creationId xmlns:a16="http://schemas.microsoft.com/office/drawing/2014/main" id="{C2D097E9-9E99-4F02-A434-E69D713D0F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9999" y="4414271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7" name="Zástupný symbol pro text 5">
            <a:extLst>
              <a:ext uri="{FF2B5EF4-FFF2-40B4-BE49-F238E27FC236}">
                <a16:creationId xmlns:a16="http://schemas.microsoft.com/office/drawing/2014/main" id="{7E169087-A2FD-4849-9AAC-BD41AA07A5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40000" y="4414271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9" name="Zástupný symbol pro text 5">
            <a:extLst>
              <a:ext uri="{FF2B5EF4-FFF2-40B4-BE49-F238E27FC236}">
                <a16:creationId xmlns:a16="http://schemas.microsoft.com/office/drawing/2014/main" id="{E14CE5FF-FB97-4634-9714-4B5C0FDA38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1200" y="4414270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4" name="Zástupný symbol pro text 13">
            <a:extLst>
              <a:ext uri="{FF2B5EF4-FFF2-40B4-BE49-F238E27FC236}">
                <a16:creationId xmlns:a16="http://schemas.microsoft.com/office/drawing/2014/main" id="{DD220DBF-2B26-4E32-826A-79839FF510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5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5" name="Zástupný symbol pro text 13">
            <a:extLst>
              <a:ext uri="{FF2B5EF4-FFF2-40B4-BE49-F238E27FC236}">
                <a16:creationId xmlns:a16="http://schemas.microsoft.com/office/drawing/2014/main" id="{AD9E96F9-7F56-4453-A9FC-693AF7E57B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40475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6" name="Zástupný symbol pro text 13">
            <a:extLst>
              <a:ext uri="{FF2B5EF4-FFF2-40B4-BE49-F238E27FC236}">
                <a16:creationId xmlns:a16="http://schemas.microsoft.com/office/drawing/2014/main" id="{88362389-3E8C-4129-819C-75F0F7922D0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1436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8" name="Zástupný symbol pro obsah 12">
            <a:extLst>
              <a:ext uri="{FF2B5EF4-FFF2-40B4-BE49-F238E27FC236}">
                <a16:creationId xmlns:a16="http://schemas.microsoft.com/office/drawing/2014/main" id="{DE897ACA-C285-471C-BF3F-2886D04C7F9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19999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20" name="Zástupný symbol pro obsah 12">
            <a:extLst>
              <a:ext uri="{FF2B5EF4-FFF2-40B4-BE49-F238E27FC236}">
                <a16:creationId xmlns:a16="http://schemas.microsoft.com/office/drawing/2014/main" id="{9AF93628-9CF3-4CB5-A8C7-735B527D49B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60001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9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21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pic>
        <p:nvPicPr>
          <p:cNvPr id="22" name="Obrázek 1">
            <a:extLst>
              <a:ext uri="{FF2B5EF4-FFF2-40B4-BE49-F238E27FC236}">
                <a16:creationId xmlns:a16="http://schemas.microsoft.com/office/drawing/2014/main" id="{4C4EA05C-1C23-FE44-AF48-3333F3DA76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741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out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51439ED6-907B-45D9-8FCC-98AE21B3C06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0000" y="692150"/>
            <a:ext cx="10753200" cy="5139850"/>
          </a:xfrm>
          <a:prstGeom prst="rect">
            <a:avLst/>
          </a:prstGeom>
        </p:spPr>
        <p:txBody>
          <a:bodyPr/>
          <a:lstStyle>
            <a:lvl1pPr marL="72000" indent="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pic>
        <p:nvPicPr>
          <p:cNvPr id="6" name="Obrázek 1">
            <a:extLst>
              <a:ext uri="{FF2B5EF4-FFF2-40B4-BE49-F238E27FC236}">
                <a16:creationId xmlns:a16="http://schemas.microsoft.com/office/drawing/2014/main" id="{8F31EC43-0A39-974A-894B-17801C9B6E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5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43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6" name="Nadpis 12">
            <a:extLst>
              <a:ext uri="{FF2B5EF4-FFF2-40B4-BE49-F238E27FC236}">
                <a16:creationId xmlns:a16="http://schemas.microsoft.com/office/drawing/2014/main" id="{C80D1D37-E5CA-42AD-BE6B-219FAFB546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pic>
        <p:nvPicPr>
          <p:cNvPr id="8" name="Obrázek 1">
            <a:extLst>
              <a:ext uri="{FF2B5EF4-FFF2-40B4-BE49-F238E27FC236}">
                <a16:creationId xmlns:a16="http://schemas.microsoft.com/office/drawing/2014/main" id="{C683D6EC-6E68-DB41-837F-71C6377C2C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4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images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ástupný symbol pro obsah 12">
            <a:extLst>
              <a:ext uri="{FF2B5EF4-FFF2-40B4-BE49-F238E27FC236}">
                <a16:creationId xmlns:a16="http://schemas.microsoft.com/office/drawing/2014/main" id="{9622FDD6-5C71-4DE9-BFBE-6443A2855E5C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19997" y="718712"/>
            <a:ext cx="5220001" cy="3204001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9" name="Zástupný symbol pro text 5">
            <a:extLst>
              <a:ext uri="{FF2B5EF4-FFF2-40B4-BE49-F238E27FC236}">
                <a16:creationId xmlns:a16="http://schemas.microsoft.com/office/drawing/2014/main" id="{8D903DEB-B441-46DB-8462-2640DC8DB3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999" y="4500000"/>
            <a:ext cx="5220000" cy="1331998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1" name="Zástupný symbol pro text 13">
            <a:extLst>
              <a:ext uri="{FF2B5EF4-FFF2-40B4-BE49-F238E27FC236}">
                <a16:creationId xmlns:a16="http://schemas.microsoft.com/office/drawing/2014/main" id="{66F1D7B9-D1BE-446E-87CA-6AD81AFA838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4" y="4068000"/>
            <a:ext cx="5220000" cy="360000"/>
          </a:xfrm>
        </p:spPr>
        <p:txBody>
          <a:bodyPr/>
          <a:lstStyle>
            <a:lvl1pPr algn="l">
              <a:lnSpc>
                <a:spcPts val="1100"/>
              </a:lnSpc>
              <a:defRPr sz="1100" b="1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3" name="Zástupný symbol pro text 5">
            <a:extLst>
              <a:ext uri="{FF2B5EF4-FFF2-40B4-BE49-F238E27FC236}">
                <a16:creationId xmlns:a16="http://schemas.microsoft.com/office/drawing/2014/main" id="{3947EF07-8AF7-4904-8565-F5D81E4282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1278" y="4500000"/>
            <a:ext cx="5220000" cy="1331998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5" name="Zástupný symbol pro text 13">
            <a:extLst>
              <a:ext uri="{FF2B5EF4-FFF2-40B4-BE49-F238E27FC236}">
                <a16:creationId xmlns:a16="http://schemas.microsoft.com/office/drawing/2014/main" id="{334B9440-7A06-4BF8-9532-C11248171B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52003" y="4068000"/>
            <a:ext cx="5220000" cy="360000"/>
          </a:xfrm>
        </p:spPr>
        <p:txBody>
          <a:bodyPr/>
          <a:lstStyle>
            <a:lvl1pPr algn="l">
              <a:lnSpc>
                <a:spcPts val="1100"/>
              </a:lnSpc>
              <a:defRPr sz="1100" b="1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7" name="Zástupný symbol pro obsah 12">
            <a:extLst>
              <a:ext uri="{FF2B5EF4-FFF2-40B4-BE49-F238E27FC236}">
                <a16:creationId xmlns:a16="http://schemas.microsoft.com/office/drawing/2014/main" id="{263AA377-982D-4CA3-B9BD-C61AF652481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51278" y="718712"/>
            <a:ext cx="5220001" cy="3204001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pic>
        <p:nvPicPr>
          <p:cNvPr id="14" name="Obrázek 1">
            <a:extLst>
              <a:ext uri="{FF2B5EF4-FFF2-40B4-BE49-F238E27FC236}">
                <a16:creationId xmlns:a16="http://schemas.microsoft.com/office/drawing/2014/main" id="{C45EA08F-7138-934C-AD83-BFE0C4D826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86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pic>
        <p:nvPicPr>
          <p:cNvPr id="6" name="Obrázek 1">
            <a:extLst>
              <a:ext uri="{FF2B5EF4-FFF2-40B4-BE49-F238E27FC236}">
                <a16:creationId xmlns:a16="http://schemas.microsoft.com/office/drawing/2014/main" id="{A1250E97-1EDB-6C4B-8256-60FC879B8F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90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11" name="Nadpis 6">
            <a:extLst>
              <a:ext uri="{FF2B5EF4-FFF2-40B4-BE49-F238E27FC236}">
                <a16:creationId xmlns:a16="http://schemas.microsoft.com/office/drawing/2014/main" id="{210CF170-3CE8-4094-B136-F821606CD8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5246518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rgbClr val="0000DC"/>
                </a:solidFill>
              </a:defRPr>
            </a:lvl1pPr>
          </a:lstStyle>
          <a:p>
            <a:r>
              <a:rPr lang="en-GB" noProof="0" dirty="0"/>
              <a:t>Click here to insert title</a:t>
            </a:r>
            <a:endParaRPr lang="cs-CZ" dirty="0"/>
          </a:p>
        </p:txBody>
      </p:sp>
      <p:sp>
        <p:nvSpPr>
          <p:cNvPr id="12" name="Podnadpis 2">
            <a:extLst>
              <a:ext uri="{FF2B5EF4-FFF2-40B4-BE49-F238E27FC236}">
                <a16:creationId xmlns:a16="http://schemas.microsoft.com/office/drawing/2014/main" id="{F805DFF4-9876-466D-A663-D549EEF8195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5246518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rgbClr val="0000DC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 dirty="0"/>
              <a:t>Click here to insert subtitle</a:t>
            </a:r>
          </a:p>
        </p:txBody>
      </p:sp>
      <p:sp>
        <p:nvSpPr>
          <p:cNvPr id="9" name="Zástupný symbol pro obrázek 7">
            <a:extLst>
              <a:ext uri="{FF2B5EF4-FFF2-40B4-BE49-F238E27FC236}">
                <a16:creationId xmlns:a16="http://schemas.microsoft.com/office/drawing/2014/main" id="{80C21443-92BF-4BF1-9C61-FDB664DC796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7999"/>
          </a:xfrm>
        </p:spPr>
        <p:txBody>
          <a:bodyPr anchor="ctr"/>
          <a:lstStyle>
            <a:lvl1pPr algn="ctr">
              <a:defRPr>
                <a:solidFill>
                  <a:srgbClr val="0000DC"/>
                </a:solidFill>
              </a:defRPr>
            </a:lvl1pPr>
          </a:lstStyle>
          <a:p>
            <a:r>
              <a:rPr lang="en-GB" noProof="0" dirty="0"/>
              <a:t>Click on the icon to insert image</a:t>
            </a:r>
          </a:p>
        </p:txBody>
      </p:sp>
      <p:sp>
        <p:nvSpPr>
          <p:cNvPr id="7" name="Zástupný symbol pro zápatí 1">
            <a:extLst>
              <a:ext uri="{FF2B5EF4-FFF2-40B4-BE49-F238E27FC236}">
                <a16:creationId xmlns:a16="http://schemas.microsoft.com/office/drawing/2014/main" id="{24438A88-1921-4DF2-9F65-459AAE83D1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4925020" cy="252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pic>
        <p:nvPicPr>
          <p:cNvPr id="8" name="Obrázek 5">
            <a:extLst>
              <a:ext uri="{FF2B5EF4-FFF2-40B4-BE49-F238E27FC236}">
                <a16:creationId xmlns:a16="http://schemas.microsoft.com/office/drawing/2014/main" id="{AB936B9F-8E01-464C-AF40-D5889DCC3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2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nvers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8587455-5AC3-4F6B-BE52-826326AFD3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Define footer – presentation title / department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DE708CC-0C3F-4567-9698-B54C0F35BD31}" type="slidenum">
              <a:rPr lang="en-GB" altLang="cs-CZ" smtClean="0"/>
              <a:pPr/>
              <a:t>‹#›</a:t>
            </a:fld>
            <a:endParaRPr lang="en-GB" altLang="cs-CZ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11361600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here to insert title</a:t>
            </a:r>
            <a:endParaRPr lang="cs-CZ" dirty="0"/>
          </a:p>
        </p:txBody>
      </p:sp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11361600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 dirty="0"/>
              <a:t>Click here to insert subtitle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F585A7D-D2A5-48D6-9877-7D43E33E52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1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- invers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DE708CC-0C3F-4567-9698-B54C0F35BD31}" type="slidenum">
              <a:rPr lang="en-GB" altLang="cs-CZ" smtClean="0"/>
              <a:pPr/>
              <a:t>‹#›</a:t>
            </a:fld>
            <a:endParaRPr lang="en-GB" altLang="cs-CZ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5246518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here to insert title</a:t>
            </a:r>
          </a:p>
        </p:txBody>
      </p:sp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5246518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 dirty="0"/>
              <a:t>Click here to insert subtitle</a:t>
            </a:r>
          </a:p>
        </p:txBody>
      </p:sp>
      <p:sp>
        <p:nvSpPr>
          <p:cNvPr id="10" name="Zástupný symbol pro obrázek 7">
            <a:extLst>
              <a:ext uri="{FF2B5EF4-FFF2-40B4-BE49-F238E27FC236}">
                <a16:creationId xmlns:a16="http://schemas.microsoft.com/office/drawing/2014/main" id="{05C2E24A-1A94-4B14-B9BB-CA01DE5DD20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7999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on the icon to insert image</a:t>
            </a:r>
          </a:p>
        </p:txBody>
      </p:sp>
      <p:sp>
        <p:nvSpPr>
          <p:cNvPr id="12" name="Zástupný symbol pro zápatí 2">
            <a:extLst>
              <a:ext uri="{FF2B5EF4-FFF2-40B4-BE49-F238E27FC236}">
                <a16:creationId xmlns:a16="http://schemas.microsoft.com/office/drawing/2014/main" id="{CC921DFF-8B97-473C-919A-06F55168BD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492502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Define footer – presentation title / department</a:t>
            </a:r>
          </a:p>
        </p:txBody>
      </p:sp>
      <p:pic>
        <p:nvPicPr>
          <p:cNvPr id="11" name="Obrázek 8">
            <a:extLst>
              <a:ext uri="{FF2B5EF4-FFF2-40B4-BE49-F238E27FC236}">
                <a16:creationId xmlns:a16="http://schemas.microsoft.com/office/drawing/2014/main" id="{7E6880F0-83A7-F843-A1AD-5B2C5BDA51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24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verse slide with imag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symbol pro obrázek 7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58420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here to insert image</a:t>
            </a:r>
          </a:p>
        </p:txBody>
      </p:sp>
      <p:pic>
        <p:nvPicPr>
          <p:cNvPr id="2" name="Obráze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2"/>
          </a:xfrm>
          <a:prstGeom prst="rect">
            <a:avLst/>
          </a:prstGeom>
        </p:spPr>
      </p:pic>
      <p:sp>
        <p:nvSpPr>
          <p:cNvPr id="7" name="Zástupný symbol pro text 5">
            <a:extLst>
              <a:ext uri="{FF2B5EF4-FFF2-40B4-BE49-F238E27FC236}">
                <a16:creationId xmlns:a16="http://schemas.microsoft.com/office/drawing/2014/main" id="{46E80635-6C5C-49F3-8F11-AD16586CD0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6040795"/>
            <a:ext cx="8555976" cy="510831"/>
          </a:xfrm>
        </p:spPr>
        <p:txBody>
          <a:bodyPr lIns="0" tIns="0" rIns="0" bIns="0" numCol="1" spcCol="324000">
            <a:noAutofit/>
          </a:bodyPr>
          <a:lstStyle>
            <a:lvl1pPr marL="0" marR="0" indent="0" algn="l" defTabSz="914400" rtl="0" eaLnBrk="1" fontAlgn="base" latinLnBrk="0" hangingPunct="1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</p:spTree>
    <p:extLst>
      <p:ext uri="{BB962C8B-B14F-4D97-AF65-F5344CB8AC3E}">
        <p14:creationId xmlns:p14="http://schemas.microsoft.com/office/powerpoint/2010/main" val="1964211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FI slid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cký objekt 5">
            <a:extLst>
              <a:ext uri="{FF2B5EF4-FFF2-40B4-BE49-F238E27FC236}">
                <a16:creationId xmlns:a16="http://schemas.microsoft.com/office/drawing/2014/main" id="{B05C908F-B8F4-4FC8-A2D7-3536612277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42872" y="2021800"/>
            <a:ext cx="4106254" cy="28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0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FI slide - Seal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5">
            <a:extLst>
              <a:ext uri="{FF2B5EF4-FFF2-40B4-BE49-F238E27FC236}">
                <a16:creationId xmlns:a16="http://schemas.microsoft.com/office/drawing/2014/main" id="{3A9C8E3C-A1A3-3B4A-B3B3-C43896A33F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336" y="1629000"/>
            <a:ext cx="360532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5356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C4DCCB8A-E23F-49B6-A0BE-D9E395C4E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7242" y="2298933"/>
            <a:ext cx="8712448" cy="226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214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29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cs-CZ" altLang="cs-CZ" sz="1200" dirty="0" smtClean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64530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2"/>
                </a:solidFill>
                <a:latin typeface="+mj-lt"/>
              </a:defRPr>
            </a:lvl1pPr>
          </a:lstStyle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73EFD05-44F7-4406-AC4D-1167FBFF8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720000"/>
            <a:ext cx="10753200" cy="4515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A4DA628E-D8CA-41EE-AA1A-D14D1A53A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800" y="1872000"/>
            <a:ext cx="10753200" cy="39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/>
            </a:pPr>
            <a:r>
              <a:rPr lang="en-GB" noProof="0" dirty="0"/>
              <a:t>Click here to insert 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4" r:id="rId2"/>
    <p:sldLayoutId id="2147483685" r:id="rId3"/>
    <p:sldLayoutId id="2147483674" r:id="rId4"/>
    <p:sldLayoutId id="2147483688" r:id="rId5"/>
    <p:sldLayoutId id="2147483698" r:id="rId6"/>
    <p:sldLayoutId id="2147483673" r:id="rId7"/>
    <p:sldLayoutId id="2147483675" r:id="rId8"/>
    <p:sldLayoutId id="2147483695" r:id="rId9"/>
    <p:sldLayoutId id="2147483677" r:id="rId10"/>
    <p:sldLayoutId id="2147483686" r:id="rId11"/>
    <p:sldLayoutId id="2147483697" r:id="rId12"/>
    <p:sldLayoutId id="2147483690" r:id="rId13"/>
    <p:sldLayoutId id="2147483696" r:id="rId14"/>
    <p:sldLayoutId id="2147483694" r:id="rId15"/>
    <p:sldLayoutId id="2147483692" r:id="rId16"/>
    <p:sldLayoutId id="2147483699" r:id="rId17"/>
    <p:sldLayoutId id="2147483693" r:id="rId18"/>
  </p:sldLayoutIdLst>
  <p:hf hdr="0" dt="0"/>
  <p:txStyles>
    <p:titleStyle>
      <a:lvl1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9pPr>
    </p:titleStyle>
    <p:bodyStyle>
      <a:lvl1pPr marL="0" marR="0" indent="0" algn="l" defTabSz="914400" rtl="0" eaLnBrk="1" fontAlgn="base" latinLnBrk="0" hangingPunct="1">
        <a:lnSpc>
          <a:spcPct val="114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Tx/>
        <a:buNone/>
        <a:tabLst/>
        <a:defRPr sz="2800" b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Tx/>
        <a:buNone/>
        <a:defRPr sz="1500" b="0">
          <a:solidFill>
            <a:schemeClr val="tx1"/>
          </a:solidFill>
          <a:latin typeface="+mn-lt"/>
        </a:defRPr>
      </a:lvl2pPr>
      <a:lvl3pPr marL="9144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folHlink"/>
        </a:buClr>
        <a:buSzPct val="80000"/>
        <a:buFontTx/>
        <a:buNone/>
        <a:defRPr sz="1500" b="0">
          <a:solidFill>
            <a:schemeClr val="tx1"/>
          </a:solidFill>
          <a:latin typeface="+mn-lt"/>
        </a:defRPr>
      </a:lvl3pPr>
      <a:lvl4pPr marL="13716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2"/>
        </a:buClr>
        <a:buSzPct val="90000"/>
        <a:buFontTx/>
        <a:buNone/>
        <a:defRPr sz="1500" b="0">
          <a:solidFill>
            <a:schemeClr val="tx1"/>
          </a:solidFill>
          <a:latin typeface="+mn-lt"/>
        </a:defRPr>
      </a:lvl4pPr>
      <a:lvl5pPr marL="18288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Tx/>
        <a:buNone/>
        <a:defRPr sz="1500" b="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Blip>
          <a:blip r:embed="rId20"/>
        </a:buBlip>
        <a:defRPr>
          <a:solidFill>
            <a:schemeClr val="tx1"/>
          </a:solidFill>
          <a:latin typeface="+mn-lt"/>
        </a:defRPr>
      </a:lvl6pPr>
      <a:lvl7pPr marL="27432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 baseline="0">
          <a:solidFill>
            <a:schemeClr val="tx1"/>
          </a:solidFill>
          <a:latin typeface="+mn-lt"/>
        </a:defRPr>
      </a:lvl7pPr>
      <a:lvl8pPr marL="32004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+mn-lt"/>
        </a:defRPr>
      </a:lvl8pPr>
      <a:lvl9pPr marL="36576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35" userDrawn="1">
          <p15:clr>
            <a:srgbClr val="F26B43"/>
          </p15:clr>
        </p15:guide>
        <p15:guide id="2" pos="4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pätu 1">
            <a:extLst>
              <a:ext uri="{FF2B5EF4-FFF2-40B4-BE49-F238E27FC236}">
                <a16:creationId xmlns:a16="http://schemas.microsoft.com/office/drawing/2014/main" id="{6178D330-B66C-744A-9DAE-6FE0275651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noProof="0" dirty="0"/>
              <a:t>PV293 - Softwarové architektury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3CDB8457-0BA6-D54B-A726-511C9A367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cs-CZ" noProof="0" smtClean="0"/>
              <a:pPr/>
              <a:t>1</a:t>
            </a:fld>
            <a:endParaRPr 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123A9B39-6D5B-1149-AF4B-4E9BE3220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noProof="0" dirty="0"/>
              <a:t>PV293 - Softwarové architektury</a:t>
            </a:r>
            <a:br>
              <a:rPr lang="cs-CZ" noProof="0" dirty="0"/>
            </a:br>
            <a:endParaRPr lang="cs-CZ" noProof="0" dirty="0"/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57CF0B4A-6B2F-5E47-805C-7758C9BCEB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noProof="0" dirty="0"/>
              <a:t>Košvanec</a:t>
            </a:r>
          </a:p>
        </p:txBody>
      </p:sp>
    </p:spTree>
    <p:extLst>
      <p:ext uri="{BB962C8B-B14F-4D97-AF65-F5344CB8AC3E}">
        <p14:creationId xmlns:p14="http://schemas.microsoft.com/office/powerpoint/2010/main" val="3039613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F6CE-DAE2-C597-F60A-3739FB837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95189068-5E6A-C514-6D17-EE45D5A928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29D9998A-00F9-F5E2-4E7D-A11267EA38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2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DDB15C24-AF35-23AE-654D-50FCC8663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Opakov</a:t>
            </a:r>
            <a:r>
              <a:rPr lang="cs-CZ" dirty="0" err="1"/>
              <a:t>ání</a:t>
            </a:r>
            <a:endParaRPr lang="en-US" dirty="0"/>
          </a:p>
        </p:txBody>
      </p:sp>
      <p:pic>
        <p:nvPicPr>
          <p:cNvPr id="9" name="Zástupný obsah 8" descr="Obsah obrázku text, snímek obrazovky, Písmo, diagram&#10;&#10;Obsah generovaný pomocí AI může být nesprávný.">
            <a:extLst>
              <a:ext uri="{FF2B5EF4-FFF2-40B4-BE49-F238E27FC236}">
                <a16:creationId xmlns:a16="http://schemas.microsoft.com/office/drawing/2014/main" id="{5BC97CF6-C714-9D4F-083F-588E38E671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179" y="1067780"/>
            <a:ext cx="6171781" cy="4722439"/>
          </a:xfrm>
        </p:spPr>
      </p:pic>
    </p:spTree>
    <p:extLst>
      <p:ext uri="{BB962C8B-B14F-4D97-AF65-F5344CB8AC3E}">
        <p14:creationId xmlns:p14="http://schemas.microsoft.com/office/powerpoint/2010/main" val="1358046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B5BC1-454D-04F7-0010-24FF8E550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AD6C5248-06FF-3961-902E-79C1B950E4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91DCF297-7298-CE56-F6AE-D942D4DE51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3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087B1331-A94F-0BBB-C5CD-60919061B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Opakov</a:t>
            </a:r>
            <a:r>
              <a:rPr lang="cs-CZ" dirty="0" err="1"/>
              <a:t>ání</a:t>
            </a:r>
            <a:endParaRPr lang="en-US" dirty="0"/>
          </a:p>
        </p:txBody>
      </p:sp>
      <p:pic>
        <p:nvPicPr>
          <p:cNvPr id="9" name="Zástupný obsah 8" descr="Obsah obrázku snímek obrazovky&#10;&#10;Obsah generovaný pomocí AI může být nesprávný.">
            <a:extLst>
              <a:ext uri="{FF2B5EF4-FFF2-40B4-BE49-F238E27FC236}">
                <a16:creationId xmlns:a16="http://schemas.microsoft.com/office/drawing/2014/main" id="{B1B91096-53DD-F8CD-447D-2BDD9FD91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3" y="2059501"/>
            <a:ext cx="12221819" cy="2738997"/>
          </a:xfrm>
        </p:spPr>
      </p:pic>
    </p:spTree>
    <p:extLst>
      <p:ext uri="{BB962C8B-B14F-4D97-AF65-F5344CB8AC3E}">
        <p14:creationId xmlns:p14="http://schemas.microsoft.com/office/powerpoint/2010/main" val="3424717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3C300-9590-FC71-962C-2ED1F9201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0202E413-3174-4CC7-66F5-F561BC3287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69988701-9F50-AD29-8FC1-77FFAC06F7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4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BD8703E4-94C7-3921-1BDF-E19CB25AB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Opakov</a:t>
            </a:r>
            <a:r>
              <a:rPr lang="cs-CZ" dirty="0" err="1"/>
              <a:t>ání</a:t>
            </a:r>
            <a:endParaRPr lang="en-US" dirty="0"/>
          </a:p>
        </p:txBody>
      </p:sp>
      <p:pic>
        <p:nvPicPr>
          <p:cNvPr id="8" name="Zástupný obsah 7" descr="Obsah obrázku diagram, Grafika, snímek obrazovky, design&#10;&#10;Obsah generovaný pomocí AI může být nesprávný.">
            <a:extLst>
              <a:ext uri="{FF2B5EF4-FFF2-40B4-BE49-F238E27FC236}">
                <a16:creationId xmlns:a16="http://schemas.microsoft.com/office/drawing/2014/main" id="{772173D0-29AF-236D-D629-84184BA308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593" y="1743495"/>
            <a:ext cx="6862891" cy="3371009"/>
          </a:xfrm>
        </p:spPr>
      </p:pic>
    </p:spTree>
    <p:extLst>
      <p:ext uri="{BB962C8B-B14F-4D97-AF65-F5344CB8AC3E}">
        <p14:creationId xmlns:p14="http://schemas.microsoft.com/office/powerpoint/2010/main" val="3673127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67798-4705-FB6A-7EA9-B69C584FF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D02A1BBF-3965-8272-F48C-DC2E232798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85BEE294-16A2-4303-E596-610279A125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5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0E63AA52-4FF6-833F-D0A5-0E0981F93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Opakov</a:t>
            </a:r>
            <a:r>
              <a:rPr lang="cs-CZ" dirty="0" err="1"/>
              <a:t>ání</a:t>
            </a:r>
            <a:endParaRPr lang="en-US" dirty="0"/>
          </a:p>
        </p:txBody>
      </p:sp>
      <p:pic>
        <p:nvPicPr>
          <p:cNvPr id="9" name="Zástupný obsah 8" descr="Obsah obrázku text, snímek obrazovky&#10;&#10;Obsah generovaný pomocí AI může být nesprávný.">
            <a:extLst>
              <a:ext uri="{FF2B5EF4-FFF2-40B4-BE49-F238E27FC236}">
                <a16:creationId xmlns:a16="http://schemas.microsoft.com/office/drawing/2014/main" id="{CE5E8B71-7A2F-E782-7C29-A8A2411846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48" y="2404922"/>
            <a:ext cx="9681031" cy="2048155"/>
          </a:xfrm>
        </p:spPr>
      </p:pic>
    </p:spTree>
    <p:extLst>
      <p:ext uri="{BB962C8B-B14F-4D97-AF65-F5344CB8AC3E}">
        <p14:creationId xmlns:p14="http://schemas.microsoft.com/office/powerpoint/2010/main" val="3507333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BD0BE-1BAA-9A4B-BBC5-899DFFAA9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602FEFF7-458B-B276-4C77-19C17540DF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9D0C924A-91E4-C1AE-2223-49F9BB75C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6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08F17391-6029-64B6-81AB-3FB52C00F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Event </a:t>
            </a:r>
            <a:r>
              <a:rPr lang="cs-CZ" dirty="0" err="1"/>
              <a:t>sourcing</a:t>
            </a:r>
            <a:endParaRPr lang="en-US" dirty="0"/>
          </a:p>
        </p:txBody>
      </p:sp>
      <p:pic>
        <p:nvPicPr>
          <p:cNvPr id="8" name="Zástupný obsah 7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0CBD1E90-11A6-1D37-9130-BF64411A7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75" y="1350121"/>
            <a:ext cx="7487444" cy="4464892"/>
          </a:xfrm>
        </p:spPr>
      </p:pic>
    </p:spTree>
    <p:extLst>
      <p:ext uri="{BB962C8B-B14F-4D97-AF65-F5344CB8AC3E}">
        <p14:creationId xmlns:p14="http://schemas.microsoft.com/office/powerpoint/2010/main" val="1735642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EF390-5860-8DE8-93B3-593CDCC56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AD9A539A-CA04-7119-BD97-534017F2AC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211FBA3B-42D7-2C1D-3F1C-850E556586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7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0F26C319-F544-FD46-9006-9E20D3A06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Event </a:t>
            </a:r>
            <a:r>
              <a:rPr lang="cs-CZ" dirty="0" err="1"/>
              <a:t>sourcing</a:t>
            </a:r>
            <a:endParaRPr lang="en-US" dirty="0"/>
          </a:p>
        </p:txBody>
      </p:sp>
      <p:pic>
        <p:nvPicPr>
          <p:cNvPr id="9" name="Zástupný obsah 8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E782FE40-979F-6322-D4EB-3732D4CB89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69" y="1757362"/>
            <a:ext cx="10001250" cy="4010025"/>
          </a:xfrm>
        </p:spPr>
      </p:pic>
    </p:spTree>
    <p:extLst>
      <p:ext uri="{BB962C8B-B14F-4D97-AF65-F5344CB8AC3E}">
        <p14:creationId xmlns:p14="http://schemas.microsoft.com/office/powerpoint/2010/main" val="565358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C33A6-3D2E-4CFE-B677-6FDE65A5B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C935B492-E963-2FED-7510-82C0B6EB92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12302E44-5080-115B-8153-768B0C420E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8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13D3AB23-7ECC-0872-1809-4A191DA93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Event </a:t>
            </a:r>
            <a:r>
              <a:rPr lang="cs-CZ" dirty="0" err="1"/>
              <a:t>sourcing</a:t>
            </a:r>
            <a:endParaRPr lang="en-US" dirty="0"/>
          </a:p>
        </p:txBody>
      </p:sp>
      <p:pic>
        <p:nvPicPr>
          <p:cNvPr id="8" name="Zástupný obsah 7" descr="Obsah obrázku text, snímek obrazovky&#10;&#10;Obsah generovaný pomocí AI může být nesprávný.">
            <a:extLst>
              <a:ext uri="{FF2B5EF4-FFF2-40B4-BE49-F238E27FC236}">
                <a16:creationId xmlns:a16="http://schemas.microsoft.com/office/drawing/2014/main" id="{0B9C4BD4-B17F-790D-44E7-D831085922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350" y="1569452"/>
            <a:ext cx="7039769" cy="4197936"/>
          </a:xfrm>
        </p:spPr>
      </p:pic>
    </p:spTree>
    <p:extLst>
      <p:ext uri="{BB962C8B-B14F-4D97-AF65-F5344CB8AC3E}">
        <p14:creationId xmlns:p14="http://schemas.microsoft.com/office/powerpoint/2010/main" val="668540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9EDAC-DEC5-AE13-734A-4326160F1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133C7760-197F-E1F8-B9C7-99651B8197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5B02E0D4-3EF7-00C2-17AE-2E06ACD33C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9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C4264C63-054A-D03A-BAF7-BE465339E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Event </a:t>
            </a:r>
            <a:r>
              <a:rPr lang="cs-CZ" dirty="0" err="1"/>
              <a:t>sourcing</a:t>
            </a:r>
            <a:endParaRPr lang="en-US" dirty="0"/>
          </a:p>
        </p:txBody>
      </p:sp>
      <p:pic>
        <p:nvPicPr>
          <p:cNvPr id="9" name="Zástupný obsah 8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57655257-3E18-C672-55E0-78C0E96C37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925" y="1586492"/>
            <a:ext cx="7011194" cy="4180896"/>
          </a:xfrm>
        </p:spPr>
      </p:pic>
    </p:spTree>
    <p:extLst>
      <p:ext uri="{BB962C8B-B14F-4D97-AF65-F5344CB8AC3E}">
        <p14:creationId xmlns:p14="http://schemas.microsoft.com/office/powerpoint/2010/main" val="3746548539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_MU_EN">
  <a:themeElements>
    <a:clrScheme name="MUNI MED">
      <a:dk1>
        <a:srgbClr val="000000"/>
      </a:dk1>
      <a:lt1>
        <a:srgbClr val="FFFFFF"/>
      </a:lt1>
      <a:dk2>
        <a:srgbClr val="0000DC"/>
      </a:dk2>
      <a:lt2>
        <a:srgbClr val="FFC000"/>
      </a:lt2>
      <a:accent1>
        <a:srgbClr val="0000DC"/>
      </a:accent1>
      <a:accent2>
        <a:srgbClr val="F01928"/>
      </a:accent2>
      <a:accent3>
        <a:srgbClr val="00AF3F"/>
      </a:accent3>
      <a:accent4>
        <a:srgbClr val="4BC8FF"/>
      </a:accent4>
      <a:accent5>
        <a:srgbClr val="FF7300"/>
      </a:accent5>
      <a:accent6>
        <a:srgbClr val="B9006E"/>
      </a:accent6>
      <a:hlink>
        <a:srgbClr val="0000DC"/>
      </a:hlink>
      <a:folHlink>
        <a:srgbClr val="5AC8AF"/>
      </a:folHlink>
    </a:clrScheme>
    <a:fontScheme name="Office – klasické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800" b="0" i="0" u="none" strike="noStrike" cap="none" normalizeH="0" baseline="0" dirty="0" err="1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cs-CZ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2800" dirty="0" err="1" smtClean="0">
            <a:latin typeface="+mn-lt"/>
          </a:defRPr>
        </a:defPPr>
      </a:lstStyle>
    </a:txDef>
  </a:objectDefaults>
  <a:extraClrSchemeLst>
    <a:extraClrScheme>
      <a:clrScheme name="Směsi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ěsi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ěsi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uni-fi-prezentace-pecet-16-9-en-v10.potx" id="{704F1FA7-F9BE-40BC-9B0C-B5353795C35A}" vid="{66F2B097-0E85-46C9-9195-24E66B7DCDB3}"/>
    </a:ext>
  </a:extLst>
</a:theme>
</file>

<file path=ppt/theme/theme2.xml><?xml version="1.0" encoding="utf-8"?>
<a:theme xmlns:a="http://schemas.openxmlformats.org/drawingml/2006/main" name="Motiv systém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ystém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4C625F8BF61ED48BCD052DC90292957" ma:contentTypeVersion="17" ma:contentTypeDescription="Vytvoří nový dokument" ma:contentTypeScope="" ma:versionID="e0d329bf29da5bff5fb53bfb63aa2157">
  <xsd:schema xmlns:xsd="http://www.w3.org/2001/XMLSchema" xmlns:xs="http://www.w3.org/2001/XMLSchema" xmlns:p="http://schemas.microsoft.com/office/2006/metadata/properties" xmlns:ns3="c8f3fc2c-a3ba-4a56-b225-dd01e3cef7b1" xmlns:ns4="1b03cdca-bcb3-481d-aaaa-ac59088b2c30" targetNamespace="http://schemas.microsoft.com/office/2006/metadata/properties" ma:root="true" ma:fieldsID="f66ee75d19c7bdf9cc98c4c53bd8eb3d" ns3:_="" ns4:_="">
    <xsd:import namespace="c8f3fc2c-a3ba-4a56-b225-dd01e3cef7b1"/>
    <xsd:import namespace="1b03cdca-bcb3-481d-aaaa-ac59088b2c3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fc2c-a3ba-4a56-b225-dd01e3cef7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03cdca-bcb3-481d-aaaa-ac59088b2c3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f3fc2c-a3ba-4a56-b225-dd01e3cef7b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A9A9D0-5E47-4D99-A339-3EDFE24EAE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fc2c-a3ba-4a56-b225-dd01e3cef7b1"/>
    <ds:schemaRef ds:uri="1b03cdca-bcb3-481d-aaaa-ac59088b2c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6352A82-6F1D-4C88-8599-6115178EC008}">
  <ds:schemaRefs>
    <ds:schemaRef ds:uri="http://schemas.microsoft.com/office/infopath/2007/PartnerControls"/>
    <ds:schemaRef ds:uri="http://purl.org/dc/terms/"/>
    <ds:schemaRef ds:uri="http://www.w3.org/XML/1998/namespace"/>
    <ds:schemaRef ds:uri="1b03cdca-bcb3-481d-aaaa-ac59088b2c30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dcmitype/"/>
    <ds:schemaRef ds:uri="http://schemas.openxmlformats.org/package/2006/metadata/core-properties"/>
    <ds:schemaRef ds:uri="c8f3fc2c-a3ba-4a56-b225-dd01e3cef7b1"/>
  </ds:schemaRefs>
</ds:datastoreItem>
</file>

<file path=customXml/itemProps3.xml><?xml version="1.0" encoding="utf-8"?>
<ds:datastoreItem xmlns:ds="http://schemas.openxmlformats.org/officeDocument/2006/customXml" ds:itemID="{DD470258-C907-4A62-B6C3-E0C32F10A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muni-fi-prezentace-pecet-16-9-en-v10</Template>
  <TotalTime>803</TotalTime>
  <Words>67</Words>
  <Application>Microsoft Office PowerPoint</Application>
  <PresentationFormat>Širokoúhlá obrazovka</PresentationFormat>
  <Paragraphs>28</Paragraphs>
  <Slides>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3" baseType="lpstr">
      <vt:lpstr>Arial</vt:lpstr>
      <vt:lpstr>Tahoma</vt:lpstr>
      <vt:lpstr>Wingdings</vt:lpstr>
      <vt:lpstr>Presentation_MU_EN</vt:lpstr>
      <vt:lpstr>PV293 - Softwarové architektury </vt:lpstr>
      <vt:lpstr>Opakování</vt:lpstr>
      <vt:lpstr>Opakování</vt:lpstr>
      <vt:lpstr>Opakování</vt:lpstr>
      <vt:lpstr>Opakování</vt:lpstr>
      <vt:lpstr>Event sourcing</vt:lpstr>
      <vt:lpstr>Event sourcing</vt:lpstr>
      <vt:lpstr>Event sourcing</vt:lpstr>
      <vt:lpstr>Event sourcing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Košvanec</dc:creator>
  <cp:lastModifiedBy>Jakub Košvanec</cp:lastModifiedBy>
  <cp:revision>68</cp:revision>
  <cp:lastPrinted>1601-01-01T00:00:00Z</cp:lastPrinted>
  <dcterms:created xsi:type="dcterms:W3CDTF">2025-09-15T15:52:34Z</dcterms:created>
  <dcterms:modified xsi:type="dcterms:W3CDTF">2025-12-09T21:17:10Z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0x01010014C625F8BF61ED48BCD052DC90292957</vt:lpwstr>
  </property>
</Properties>
</file>