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7" r:id="rId4"/>
  </p:sldMasterIdLst>
  <p:notesMasterIdLst>
    <p:notesMasterId r:id="rId11"/>
  </p:notesMasterIdLst>
  <p:handoutMasterIdLst>
    <p:handoutMasterId r:id="rId12"/>
  </p:handoutMasterIdLst>
  <p:sldIdLst>
    <p:sldId id="256" r:id="rId5"/>
    <p:sldId id="302" r:id="rId6"/>
    <p:sldId id="303" r:id="rId7"/>
    <p:sldId id="304" r:id="rId8"/>
    <p:sldId id="305" r:id="rId9"/>
    <p:sldId id="306" r:id="rId10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17" userDrawn="1">
          <p15:clr>
            <a:srgbClr val="A4A3A4"/>
          </p15:clr>
        </p15:guide>
        <p15:guide id="2" orient="horz" pos="1272" userDrawn="1">
          <p15:clr>
            <a:srgbClr val="A4A3A4"/>
          </p15:clr>
        </p15:guide>
        <p15:guide id="3" orient="horz" pos="715" userDrawn="1">
          <p15:clr>
            <a:srgbClr val="A4A3A4"/>
          </p15:clr>
        </p15:guide>
        <p15:guide id="4" orient="horz" pos="3861" userDrawn="1">
          <p15:clr>
            <a:srgbClr val="A4A3A4"/>
          </p15:clr>
        </p15:guide>
        <p15:guide id="5" orient="horz" pos="3944" userDrawn="1">
          <p15:clr>
            <a:srgbClr val="A4A3A4"/>
          </p15:clr>
        </p15:guide>
        <p15:guide id="6" pos="428" userDrawn="1">
          <p15:clr>
            <a:srgbClr val="A4A3A4"/>
          </p15:clr>
        </p15:guide>
        <p15:guide id="7" pos="7224" userDrawn="1">
          <p15:clr>
            <a:srgbClr val="A4A3A4"/>
          </p15:clr>
        </p15:guide>
        <p15:guide id="8" pos="909" userDrawn="1">
          <p15:clr>
            <a:srgbClr val="A4A3A4"/>
          </p15:clr>
        </p15:guide>
        <p15:guide id="9" pos="3688" userDrawn="1">
          <p15:clr>
            <a:srgbClr val="A4A3A4"/>
          </p15:clr>
        </p15:guide>
        <p15:guide id="10" pos="39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D45C"/>
    <a:srgbClr val="9100DC"/>
    <a:srgbClr val="0000DC"/>
    <a:srgbClr val="F01928"/>
    <a:srgbClr val="5AC8AF"/>
    <a:srgbClr val="00287D"/>
    <a:srgbClr val="9696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16" autoAdjust="0"/>
    <p:restoredTop sz="95768" autoAdjust="0"/>
  </p:normalViewPr>
  <p:slideViewPr>
    <p:cSldViewPr snapToGrid="0">
      <p:cViewPr varScale="1">
        <p:scale>
          <a:sx n="142" d="100"/>
          <a:sy n="142" d="100"/>
        </p:scale>
        <p:origin x="120" y="522"/>
      </p:cViewPr>
      <p:guideLst>
        <p:guide orient="horz" pos="1117"/>
        <p:guide orient="horz" pos="1272"/>
        <p:guide orient="horz" pos="715"/>
        <p:guide orient="horz" pos="3861"/>
        <p:guide orient="horz" pos="3944"/>
        <p:guide pos="428"/>
        <p:guide pos="7224"/>
        <p:guide pos="909"/>
        <p:guide pos="3688"/>
        <p:guide pos="39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9" d="100"/>
          <a:sy n="79" d="100"/>
        </p:scale>
        <p:origin x="4080" y="2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cs-CZ" altLang="cs-CZ"/>
          </a:p>
        </p:txBody>
      </p:sp>
      <p:sp>
        <p:nvSpPr>
          <p:cNvPr id="10035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cs-CZ" altLang="cs-CZ"/>
          </a:p>
        </p:txBody>
      </p:sp>
      <p:sp>
        <p:nvSpPr>
          <p:cNvPr id="10035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cs-CZ" altLang="cs-CZ"/>
          </a:p>
        </p:txBody>
      </p:sp>
      <p:sp>
        <p:nvSpPr>
          <p:cNvPr id="10035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634D9CB-1186-4E97-85EF-EEFDD3E78B1E}" type="slidenum">
              <a:rPr lang="cs-CZ" altLang="cs-CZ"/>
              <a:pPr/>
              <a:t>‹#›</a:t>
            </a:fld>
            <a:endParaRPr lang="cs-CZ" altLang="cs-CZ"/>
          </a:p>
        </p:txBody>
      </p:sp>
    </p:spTree>
    <p:extLst>
      <p:ext uri="{BB962C8B-B14F-4D97-AF65-F5344CB8AC3E}">
        <p14:creationId xmlns:p14="http://schemas.microsoft.com/office/powerpoint/2010/main" val="18451449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endParaRPr lang="cs-CZ" altLang="cs-CZ"/>
          </a:p>
        </p:txBody>
      </p:sp>
      <p:sp>
        <p:nvSpPr>
          <p:cNvPr id="1024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endParaRPr lang="cs-CZ" altLang="cs-CZ"/>
          </a:p>
        </p:txBody>
      </p:sp>
      <p:sp>
        <p:nvSpPr>
          <p:cNvPr id="10240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024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cs-CZ" altLang="cs-CZ"/>
              <a:t>Klepnutím lze upravit styly předlohy textu.</a:t>
            </a:r>
          </a:p>
          <a:p>
            <a:pPr lvl="1"/>
            <a:r>
              <a:rPr lang="cs-CZ" altLang="cs-CZ"/>
              <a:t>Druhá úroveň</a:t>
            </a:r>
          </a:p>
          <a:p>
            <a:pPr lvl="2"/>
            <a:r>
              <a:rPr lang="cs-CZ" altLang="cs-CZ"/>
              <a:t>Třetí úroveň</a:t>
            </a:r>
          </a:p>
          <a:p>
            <a:pPr lvl="3"/>
            <a:r>
              <a:rPr lang="cs-CZ" altLang="cs-CZ"/>
              <a:t>Čtvrtá úroveň</a:t>
            </a:r>
          </a:p>
          <a:p>
            <a:pPr lvl="4"/>
            <a:r>
              <a:rPr lang="cs-CZ" altLang="cs-CZ"/>
              <a:t>Pátá úroveň</a:t>
            </a:r>
          </a:p>
        </p:txBody>
      </p:sp>
      <p:sp>
        <p:nvSpPr>
          <p:cNvPr id="1024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endParaRPr lang="cs-CZ" altLang="cs-CZ"/>
          </a:p>
        </p:txBody>
      </p:sp>
      <p:sp>
        <p:nvSpPr>
          <p:cNvPr id="1024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fld id="{061A6D36-8CFB-40FE-8D60-D2050488125D}" type="slidenum">
              <a:rPr lang="cs-CZ" altLang="cs-CZ"/>
              <a:pPr/>
              <a:t>‹#›</a:t>
            </a:fld>
            <a:endParaRPr lang="cs-CZ" altLang="cs-CZ"/>
          </a:p>
        </p:txBody>
      </p:sp>
    </p:spTree>
    <p:extLst>
      <p:ext uri="{BB962C8B-B14F-4D97-AF65-F5344CB8AC3E}">
        <p14:creationId xmlns:p14="http://schemas.microsoft.com/office/powerpoint/2010/main" val="13881114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D8587455-5AC3-4F6B-BE52-826326AFD38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 dirty="0"/>
              <a:t>Define footer – presentation title / department</a:t>
            </a: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F3A84368-F699-48A6-8383-4822D7F23BC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DE708CC-0C3F-4567-9698-B54C0F35BD31}" type="slidenum">
              <a:rPr lang="en-GB" altLang="cs-CZ" noProof="0" smtClean="0"/>
              <a:pPr/>
              <a:t>‹#›</a:t>
            </a:fld>
            <a:endParaRPr lang="en-GB" altLang="cs-CZ" noProof="0" dirty="0"/>
          </a:p>
        </p:txBody>
      </p:sp>
      <p:sp>
        <p:nvSpPr>
          <p:cNvPr id="7" name="Nadpis 6">
            <a:extLst>
              <a:ext uri="{FF2B5EF4-FFF2-40B4-BE49-F238E27FC236}">
                <a16:creationId xmlns:a16="http://schemas.microsoft.com/office/drawing/2014/main" id="{322FA9F0-97E4-45C3-84A8-592F85A6A3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8502" y="2900365"/>
            <a:ext cx="11361600" cy="1171580"/>
          </a:xfrm>
        </p:spPr>
        <p:txBody>
          <a:bodyPr anchor="t"/>
          <a:lstStyle>
            <a:lvl1pPr algn="l">
              <a:lnSpc>
                <a:spcPts val="4400"/>
              </a:lnSpc>
              <a:defRPr sz="4400"/>
            </a:lvl1pPr>
          </a:lstStyle>
          <a:p>
            <a:r>
              <a:rPr lang="en-GB" noProof="0" dirty="0"/>
              <a:t>Click here to insert title</a:t>
            </a:r>
            <a:endParaRPr lang="cs-CZ" noProof="0" dirty="0"/>
          </a:p>
        </p:txBody>
      </p:sp>
      <p:pic>
        <p:nvPicPr>
          <p:cNvPr id="6" name="Obrázek 5">
            <a:extLst>
              <a:ext uri="{FF2B5EF4-FFF2-40B4-BE49-F238E27FC236}">
                <a16:creationId xmlns:a16="http://schemas.microsoft.com/office/drawing/2014/main" id="{83F24B06-B2DE-4D1F-B580-6248E87C08F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4000" y="414000"/>
            <a:ext cx="1546942" cy="1060264"/>
          </a:xfrm>
          <a:prstGeom prst="rect">
            <a:avLst/>
          </a:prstGeom>
        </p:spPr>
      </p:pic>
      <p:sp>
        <p:nvSpPr>
          <p:cNvPr id="8" name="Podnadpis 2"/>
          <p:cNvSpPr>
            <a:spLocks noGrp="1"/>
          </p:cNvSpPr>
          <p:nvPr>
            <p:ph type="subTitle" idx="1" hasCustomPrompt="1"/>
          </p:nvPr>
        </p:nvSpPr>
        <p:spPr>
          <a:xfrm>
            <a:off x="398502" y="4116402"/>
            <a:ext cx="11361600" cy="698497"/>
          </a:xfrm>
        </p:spPr>
        <p:txBody>
          <a:bodyPr anchor="t"/>
          <a:lstStyle>
            <a:lvl1pPr marL="0" marR="0" indent="0" algn="l" defTabSz="914400" rtl="0" eaLnBrk="1" fontAlgn="base" latinLnBrk="0" hangingPunct="1">
              <a:lnSpc>
                <a:spcPct val="114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SzPct val="100000"/>
              <a:buFontTx/>
              <a:buNone/>
              <a:tabLst/>
              <a:defRPr lang="cs-CZ" sz="2400" b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marR="0" lvl="0" indent="0" algn="l" defTabSz="914400" rtl="0" eaLnBrk="1" fontAlgn="base" latinLnBrk="0" hangingPunct="1">
              <a:lnSpc>
                <a:spcPct val="114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SzPct val="100000"/>
              <a:buFontTx/>
              <a:buNone/>
              <a:tabLst/>
              <a:defRPr/>
            </a:pPr>
            <a:r>
              <a:rPr lang="en-GB" noProof="0" dirty="0"/>
              <a:t>Click here to insert subtitle</a:t>
            </a:r>
          </a:p>
        </p:txBody>
      </p:sp>
      <p:pic>
        <p:nvPicPr>
          <p:cNvPr id="9" name="Obrázek 8">
            <a:extLst>
              <a:ext uri="{FF2B5EF4-FFF2-40B4-BE49-F238E27FC236}">
                <a16:creationId xmlns:a16="http://schemas.microsoft.com/office/drawing/2014/main" id="{540AFFE6-DFC8-ED4A-8392-6B2AE8246A1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8240" y="5232400"/>
            <a:ext cx="1261862" cy="12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3841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432" userDrawn="1">
          <p15:clr>
            <a:srgbClr val="FBAE40"/>
          </p15:clr>
        </p15:guide>
        <p15:guide id="2" pos="234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ástupný symbol pro zápatí 3"/>
          <p:cNvSpPr>
            <a:spLocks noGrp="1"/>
          </p:cNvSpPr>
          <p:nvPr>
            <p:ph type="ftr" sz="quarter" idx="10"/>
          </p:nvPr>
        </p:nvSpPr>
        <p:spPr>
          <a:xfrm>
            <a:off x="720000" y="6228000"/>
            <a:ext cx="7920000" cy="252000"/>
          </a:xfrm>
        </p:spPr>
        <p:txBody>
          <a:bodyPr/>
          <a:lstStyle>
            <a:lvl1pPr>
              <a:defRPr sz="1200"/>
            </a:lvl1pPr>
          </a:lstStyle>
          <a:p>
            <a:r>
              <a:rPr lang="en-GB" noProof="0" dirty="0"/>
              <a:t>Define footer – presentation title / department</a:t>
            </a:r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970407D-EE58-4A0B-824B-1D3AE42DD9CF}" type="slidenum">
              <a:rPr lang="en-GB" altLang="cs-CZ" noProof="0" smtClean="0"/>
              <a:pPr/>
              <a:t>‹#›</a:t>
            </a:fld>
            <a:endParaRPr lang="en-GB" altLang="cs-CZ" noProof="0" dirty="0"/>
          </a:p>
        </p:txBody>
      </p:sp>
      <p:sp>
        <p:nvSpPr>
          <p:cNvPr id="13" name="Nadpis 12">
            <a:extLst>
              <a:ext uri="{FF2B5EF4-FFF2-40B4-BE49-F238E27FC236}">
                <a16:creationId xmlns:a16="http://schemas.microsoft.com/office/drawing/2014/main" id="{6B0440B8-6781-4DF7-853B-03D5855A8C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Click here to insert heading</a:t>
            </a:r>
            <a:endParaRPr lang="cs-CZ" dirty="0"/>
          </a:p>
        </p:txBody>
      </p:sp>
      <p:sp>
        <p:nvSpPr>
          <p:cNvPr id="8" name="Zástupný symbol pro obsah 2">
            <a:extLst>
              <a:ext uri="{FF2B5EF4-FFF2-40B4-BE49-F238E27FC236}">
                <a16:creationId xmlns:a16="http://schemas.microsoft.com/office/drawing/2014/main" id="{390E4E2C-8A81-45F0-A5ED-59F1EE588AF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20000" y="1692002"/>
            <a:ext cx="10753200" cy="4139998"/>
          </a:xfrm>
          <a:prstGeom prst="rect">
            <a:avLst/>
          </a:prstGeom>
        </p:spPr>
        <p:txBody>
          <a:bodyPr/>
          <a:lstStyle>
            <a:lvl1pPr marL="252000" indent="-180000">
              <a:lnSpc>
                <a:spcPts val="3600"/>
              </a:lnSpc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b="0"/>
            </a:lvl1pPr>
            <a:lvl2pPr marL="504000" indent="-180000">
              <a:lnSpc>
                <a:spcPct val="100000"/>
              </a:lnSpc>
              <a:buClr>
                <a:schemeClr val="tx2"/>
              </a:buClr>
              <a:buFont typeface="Arial" panose="020B0604020202020204" pitchFamily="34" charset="0"/>
              <a:buChar char="̶"/>
              <a:defRPr sz="2000"/>
            </a:lvl2pPr>
            <a:lvl3pPr marL="914400" indent="0">
              <a:lnSpc>
                <a:spcPct val="100000"/>
              </a:lnSpc>
              <a:buNone/>
              <a:defRPr sz="1600"/>
            </a:lvl3pPr>
          </a:lstStyle>
          <a:p>
            <a:pPr lvl="0"/>
            <a:r>
              <a:rPr lang="en-GB" noProof="0" dirty="0"/>
              <a:t>Click here to insert text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</p:txBody>
      </p:sp>
      <p:pic>
        <p:nvPicPr>
          <p:cNvPr id="9" name="Obrázek 1">
            <a:extLst>
              <a:ext uri="{FF2B5EF4-FFF2-40B4-BE49-F238E27FC236}">
                <a16:creationId xmlns:a16="http://schemas.microsoft.com/office/drawing/2014/main" id="{F74FB45F-71BD-7549-920C-2FE5F1716A6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81277" y="6048000"/>
            <a:ext cx="865418" cy="593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12295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pos="438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, subheading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ástupný symbol pro zápatí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z="1200"/>
            </a:lvl1pPr>
          </a:lstStyle>
          <a:p>
            <a:r>
              <a:rPr lang="en-GB" noProof="0" dirty="0"/>
              <a:t>Define footer – presentation title / department</a:t>
            </a:r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970407D-EE58-4A0B-824B-1D3AE42DD9CF}" type="slidenum">
              <a:rPr lang="en-GB" altLang="cs-CZ" noProof="0" smtClean="0"/>
              <a:pPr/>
              <a:t>‹#›</a:t>
            </a:fld>
            <a:endParaRPr lang="en-GB" altLang="cs-CZ" noProof="0" dirty="0"/>
          </a:p>
        </p:txBody>
      </p:sp>
      <p:sp>
        <p:nvSpPr>
          <p:cNvPr id="7" name="Zástupný symbol pro text 7">
            <a:extLst>
              <a:ext uri="{FF2B5EF4-FFF2-40B4-BE49-F238E27FC236}">
                <a16:creationId xmlns:a16="http://schemas.microsoft.com/office/drawing/2014/main" id="{9F610B39-FB78-4767-BA31-C3D4E7D5586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0725" y="1296001"/>
            <a:ext cx="10752138" cy="271576"/>
          </a:xfrm>
        </p:spPr>
        <p:txBody>
          <a:bodyPr lIns="0" tIns="0" rIns="0" bIns="0">
            <a:noAutofit/>
          </a:bodyPr>
          <a:lstStyle>
            <a:lvl1pPr algn="l">
              <a:lnSpc>
                <a:spcPts val="2300"/>
              </a:lnSpc>
              <a:defRPr sz="20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 dirty="0"/>
              <a:t>Click here to insert subheading</a:t>
            </a:r>
          </a:p>
        </p:txBody>
      </p:sp>
      <p:sp>
        <p:nvSpPr>
          <p:cNvPr id="13" name="Nadpis 12">
            <a:extLst>
              <a:ext uri="{FF2B5EF4-FFF2-40B4-BE49-F238E27FC236}">
                <a16:creationId xmlns:a16="http://schemas.microsoft.com/office/drawing/2014/main" id="{6B0440B8-6781-4DF7-853B-03D5855A8C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Click here to insert heading</a:t>
            </a:r>
            <a:endParaRPr lang="cs-CZ" dirty="0"/>
          </a:p>
        </p:txBody>
      </p:sp>
      <p:sp>
        <p:nvSpPr>
          <p:cNvPr id="10" name="Zástupný symbol pro obsah 2">
            <a:extLst>
              <a:ext uri="{FF2B5EF4-FFF2-40B4-BE49-F238E27FC236}">
                <a16:creationId xmlns:a16="http://schemas.microsoft.com/office/drawing/2014/main" id="{5CA9AC87-D3DE-408C-9471-D419F474834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20000" y="1692002"/>
            <a:ext cx="10753200" cy="4139998"/>
          </a:xfrm>
          <a:prstGeom prst="rect">
            <a:avLst/>
          </a:prstGeom>
        </p:spPr>
        <p:txBody>
          <a:bodyPr/>
          <a:lstStyle>
            <a:lvl1pPr marL="252000" indent="-180000">
              <a:lnSpc>
                <a:spcPts val="3600"/>
              </a:lnSpc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b="0"/>
            </a:lvl1pPr>
            <a:lvl2pPr marL="504000" indent="-180000">
              <a:lnSpc>
                <a:spcPct val="100000"/>
              </a:lnSpc>
              <a:buClr>
                <a:schemeClr val="tx2"/>
              </a:buClr>
              <a:buFont typeface="Arial" panose="020B0604020202020204" pitchFamily="34" charset="0"/>
              <a:buChar char="̶"/>
              <a:defRPr sz="2000"/>
            </a:lvl2pPr>
            <a:lvl3pPr marL="914400" indent="0">
              <a:lnSpc>
                <a:spcPct val="100000"/>
              </a:lnSpc>
              <a:buNone/>
              <a:defRPr sz="1600"/>
            </a:lvl3pPr>
          </a:lstStyle>
          <a:p>
            <a:pPr lvl="0"/>
            <a:r>
              <a:rPr lang="en-GB" noProof="0" dirty="0"/>
              <a:t>Click here to insert text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</p:txBody>
      </p:sp>
      <p:pic>
        <p:nvPicPr>
          <p:cNvPr id="8" name="Obrázek 1">
            <a:extLst>
              <a:ext uri="{FF2B5EF4-FFF2-40B4-BE49-F238E27FC236}">
                <a16:creationId xmlns:a16="http://schemas.microsoft.com/office/drawing/2014/main" id="{171E40E3-5770-3B45-B4B5-35CBDCF208E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81277" y="6048000"/>
            <a:ext cx="865418" cy="593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44282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and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patí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 dirty="0"/>
              <a:t>Define footer – presentation title / department</a:t>
            </a:r>
          </a:p>
        </p:txBody>
      </p:sp>
      <p:sp>
        <p:nvSpPr>
          <p:cNvPr id="3" name="Zástupný symbol pro číslo snímku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6D6C118-631F-4A80-9886-907009361577}" type="slidenum">
              <a:rPr lang="en-GB" altLang="cs-CZ" noProof="0" smtClean="0"/>
              <a:pPr/>
              <a:t>‹#›</a:t>
            </a:fld>
            <a:endParaRPr lang="en-GB" altLang="cs-CZ" noProof="0" dirty="0"/>
          </a:p>
        </p:txBody>
      </p:sp>
      <p:sp>
        <p:nvSpPr>
          <p:cNvPr id="4" name="Nadpis 3">
            <a:extLst>
              <a:ext uri="{FF2B5EF4-FFF2-40B4-BE49-F238E27FC236}">
                <a16:creationId xmlns:a16="http://schemas.microsoft.com/office/drawing/2014/main" id="{ABDE9BC5-EE25-44B2-8081-F2B94BAA68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Click here to insert heading</a:t>
            </a:r>
            <a:endParaRPr lang="cs-CZ" dirty="0"/>
          </a:p>
        </p:txBody>
      </p:sp>
      <p:sp>
        <p:nvSpPr>
          <p:cNvPr id="8" name="Zástupný symbol pro obsah 2">
            <a:extLst>
              <a:ext uri="{FF2B5EF4-FFF2-40B4-BE49-F238E27FC236}">
                <a16:creationId xmlns:a16="http://schemas.microsoft.com/office/drawing/2014/main" id="{1D440DD4-5185-4C05-8E91-80CB3DC67394}"/>
              </a:ext>
            </a:extLst>
          </p:cNvPr>
          <p:cNvSpPr>
            <a:spLocks noGrp="1"/>
          </p:cNvSpPr>
          <p:nvPr>
            <p:ph idx="29" hasCustomPrompt="1"/>
          </p:nvPr>
        </p:nvSpPr>
        <p:spPr>
          <a:xfrm>
            <a:off x="720000" y="1701505"/>
            <a:ext cx="5219998" cy="4139998"/>
          </a:xfrm>
          <a:prstGeom prst="rect">
            <a:avLst/>
          </a:prstGeom>
        </p:spPr>
        <p:txBody>
          <a:bodyPr/>
          <a:lstStyle>
            <a:lvl1pPr marL="252000" indent="-180000">
              <a:lnSpc>
                <a:spcPts val="3600"/>
              </a:lnSpc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b="0"/>
            </a:lvl1pPr>
            <a:lvl2pPr marL="504000" indent="-180000">
              <a:lnSpc>
                <a:spcPct val="100000"/>
              </a:lnSpc>
              <a:buClr>
                <a:schemeClr val="tx2"/>
              </a:buClr>
              <a:buFont typeface="Arial" panose="020B0604020202020204" pitchFamily="34" charset="0"/>
              <a:buChar char="̶"/>
              <a:defRPr sz="2000"/>
            </a:lvl2pPr>
            <a:lvl3pPr marL="914400" indent="0">
              <a:lnSpc>
                <a:spcPct val="100000"/>
              </a:lnSpc>
              <a:buNone/>
              <a:defRPr sz="1600"/>
            </a:lvl3pPr>
          </a:lstStyle>
          <a:p>
            <a:pPr lvl="0"/>
            <a:r>
              <a:rPr lang="en-GB" noProof="0" dirty="0"/>
              <a:t>Click here to insert text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</p:txBody>
      </p:sp>
      <p:sp>
        <p:nvSpPr>
          <p:cNvPr id="9" name="Zástupný symbol pro obsah 2">
            <a:extLst>
              <a:ext uri="{FF2B5EF4-FFF2-40B4-BE49-F238E27FC236}">
                <a16:creationId xmlns:a16="http://schemas.microsoft.com/office/drawing/2014/main" id="{91531ABC-E456-4507-A022-87C2E3C7A2AA}"/>
              </a:ext>
            </a:extLst>
          </p:cNvPr>
          <p:cNvSpPr>
            <a:spLocks noGrp="1"/>
          </p:cNvSpPr>
          <p:nvPr>
            <p:ph idx="30" hasCustomPrompt="1"/>
          </p:nvPr>
        </p:nvSpPr>
        <p:spPr>
          <a:xfrm>
            <a:off x="6251280" y="1701505"/>
            <a:ext cx="5219998" cy="4139998"/>
          </a:xfrm>
          <a:prstGeom prst="rect">
            <a:avLst/>
          </a:prstGeom>
        </p:spPr>
        <p:txBody>
          <a:bodyPr/>
          <a:lstStyle>
            <a:lvl1pPr marL="252000" indent="-180000">
              <a:lnSpc>
                <a:spcPts val="3600"/>
              </a:lnSpc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b="0"/>
            </a:lvl1pPr>
            <a:lvl2pPr marL="504000" indent="-180000">
              <a:lnSpc>
                <a:spcPct val="100000"/>
              </a:lnSpc>
              <a:buClr>
                <a:schemeClr val="tx2"/>
              </a:buClr>
              <a:buFont typeface="Arial" panose="020B0604020202020204" pitchFamily="34" charset="0"/>
              <a:buChar char="̶"/>
              <a:defRPr sz="2000"/>
            </a:lvl2pPr>
            <a:lvl3pPr marL="914400" indent="0">
              <a:lnSpc>
                <a:spcPct val="100000"/>
              </a:lnSpc>
              <a:buNone/>
              <a:defRPr sz="1600"/>
            </a:lvl3pPr>
          </a:lstStyle>
          <a:p>
            <a:pPr lvl="0"/>
            <a:r>
              <a:rPr lang="en-GB" noProof="0" dirty="0"/>
              <a:t>Click here to insert text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</p:txBody>
      </p:sp>
      <p:pic>
        <p:nvPicPr>
          <p:cNvPr id="10" name="Obrázek 1">
            <a:extLst>
              <a:ext uri="{FF2B5EF4-FFF2-40B4-BE49-F238E27FC236}">
                <a16:creationId xmlns:a16="http://schemas.microsoft.com/office/drawing/2014/main" id="{8A01F6C5-F64B-434B-9159-2639E39BC8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81277" y="6048000"/>
            <a:ext cx="865418" cy="593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6739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57" userDrawn="1">
          <p15:clr>
            <a:srgbClr val="FBAE40"/>
          </p15:clr>
        </p15:guide>
        <p15:guide id="2" pos="7242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, subheading and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patí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 dirty="0"/>
              <a:t>Define footer – presentation title / department</a:t>
            </a:r>
          </a:p>
        </p:txBody>
      </p:sp>
      <p:sp>
        <p:nvSpPr>
          <p:cNvPr id="3" name="Zástupný symbol pro číslo snímku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6D6C118-631F-4A80-9886-907009361577}" type="slidenum">
              <a:rPr lang="en-GB" altLang="cs-CZ" noProof="0" smtClean="0"/>
              <a:pPr/>
              <a:t>‹#›</a:t>
            </a:fld>
            <a:endParaRPr lang="en-GB" altLang="cs-CZ" noProof="0" dirty="0"/>
          </a:p>
        </p:txBody>
      </p:sp>
      <p:sp>
        <p:nvSpPr>
          <p:cNvPr id="16" name="Zástupný symbol pro text 7">
            <a:extLst>
              <a:ext uri="{FF2B5EF4-FFF2-40B4-BE49-F238E27FC236}">
                <a16:creationId xmlns:a16="http://schemas.microsoft.com/office/drawing/2014/main" id="{9F610B39-FB78-4767-BA31-C3D4E7D5586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20725" y="1296001"/>
            <a:ext cx="5220000" cy="271576"/>
          </a:xfrm>
        </p:spPr>
        <p:txBody>
          <a:bodyPr lIns="0" tIns="0" rIns="0" bIns="0">
            <a:noAutofit/>
          </a:bodyPr>
          <a:lstStyle>
            <a:lvl1pPr algn="l">
              <a:lnSpc>
                <a:spcPts val="2300"/>
              </a:lnSpc>
              <a:defRPr sz="20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 dirty="0"/>
              <a:t>Click here to insert subheading</a:t>
            </a:r>
          </a:p>
        </p:txBody>
      </p:sp>
      <p:sp>
        <p:nvSpPr>
          <p:cNvPr id="18" name="Nadpis 12">
            <a:extLst>
              <a:ext uri="{FF2B5EF4-FFF2-40B4-BE49-F238E27FC236}">
                <a16:creationId xmlns:a16="http://schemas.microsoft.com/office/drawing/2014/main" id="{6B0440B8-6781-4DF7-853B-03D5855A8C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0" y="720000"/>
            <a:ext cx="10753200" cy="451576"/>
          </a:xfrm>
        </p:spPr>
        <p:txBody>
          <a:bodyPr/>
          <a:lstStyle/>
          <a:p>
            <a:pPr lvl="0"/>
            <a:r>
              <a:rPr lang="en-GB" noProof="0" dirty="0"/>
              <a:t>Click here to insert heading</a:t>
            </a:r>
            <a:endParaRPr lang="cs-CZ" noProof="0" dirty="0"/>
          </a:p>
        </p:txBody>
      </p:sp>
      <p:sp>
        <p:nvSpPr>
          <p:cNvPr id="21" name="Zástupný symbol pro text 7">
            <a:extLst>
              <a:ext uri="{FF2B5EF4-FFF2-40B4-BE49-F238E27FC236}">
                <a16:creationId xmlns:a16="http://schemas.microsoft.com/office/drawing/2014/main" id="{9F610B39-FB78-4767-BA31-C3D4E7D5586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251278" y="1290515"/>
            <a:ext cx="5220000" cy="271576"/>
          </a:xfrm>
        </p:spPr>
        <p:txBody>
          <a:bodyPr lIns="0" tIns="0" rIns="0" bIns="0">
            <a:noAutofit/>
          </a:bodyPr>
          <a:lstStyle>
            <a:lvl1pPr algn="l">
              <a:lnSpc>
                <a:spcPts val="2300"/>
              </a:lnSpc>
              <a:defRPr sz="20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 dirty="0"/>
              <a:t>Click here to insert subheading</a:t>
            </a:r>
          </a:p>
        </p:txBody>
      </p:sp>
      <p:sp>
        <p:nvSpPr>
          <p:cNvPr id="11" name="Zástupný symbol pro obsah 2">
            <a:extLst>
              <a:ext uri="{FF2B5EF4-FFF2-40B4-BE49-F238E27FC236}">
                <a16:creationId xmlns:a16="http://schemas.microsoft.com/office/drawing/2014/main" id="{D7707F6E-62D9-4ACE-A33C-A5E15E5CDF75}"/>
              </a:ext>
            </a:extLst>
          </p:cNvPr>
          <p:cNvSpPr>
            <a:spLocks noGrp="1"/>
          </p:cNvSpPr>
          <p:nvPr>
            <p:ph idx="29" hasCustomPrompt="1"/>
          </p:nvPr>
        </p:nvSpPr>
        <p:spPr>
          <a:xfrm>
            <a:off x="720000" y="1701505"/>
            <a:ext cx="5219998" cy="4139998"/>
          </a:xfrm>
          <a:prstGeom prst="rect">
            <a:avLst/>
          </a:prstGeom>
        </p:spPr>
        <p:txBody>
          <a:bodyPr/>
          <a:lstStyle>
            <a:lvl1pPr marL="252000" indent="-180000">
              <a:lnSpc>
                <a:spcPts val="3600"/>
              </a:lnSpc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b="0"/>
            </a:lvl1pPr>
            <a:lvl2pPr marL="504000" indent="-180000">
              <a:lnSpc>
                <a:spcPct val="100000"/>
              </a:lnSpc>
              <a:buClr>
                <a:schemeClr val="tx2"/>
              </a:buClr>
              <a:buFont typeface="Arial" panose="020B0604020202020204" pitchFamily="34" charset="0"/>
              <a:buChar char="̶"/>
              <a:defRPr sz="2000"/>
            </a:lvl2pPr>
            <a:lvl3pPr marL="914400" indent="0">
              <a:lnSpc>
                <a:spcPct val="100000"/>
              </a:lnSpc>
              <a:buNone/>
              <a:defRPr sz="1600"/>
            </a:lvl3pPr>
          </a:lstStyle>
          <a:p>
            <a:pPr lvl="0"/>
            <a:r>
              <a:rPr lang="en-GB" noProof="0" dirty="0"/>
              <a:t>Click here to insert text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</p:txBody>
      </p:sp>
      <p:sp>
        <p:nvSpPr>
          <p:cNvPr id="13" name="Zástupný symbol pro obsah 2">
            <a:extLst>
              <a:ext uri="{FF2B5EF4-FFF2-40B4-BE49-F238E27FC236}">
                <a16:creationId xmlns:a16="http://schemas.microsoft.com/office/drawing/2014/main" id="{911B9D34-B8F8-4804-B959-27E40687C897}"/>
              </a:ext>
            </a:extLst>
          </p:cNvPr>
          <p:cNvSpPr>
            <a:spLocks noGrp="1"/>
          </p:cNvSpPr>
          <p:nvPr>
            <p:ph idx="30" hasCustomPrompt="1"/>
          </p:nvPr>
        </p:nvSpPr>
        <p:spPr>
          <a:xfrm>
            <a:off x="6251280" y="1701505"/>
            <a:ext cx="5219998" cy="4139998"/>
          </a:xfrm>
          <a:prstGeom prst="rect">
            <a:avLst/>
          </a:prstGeom>
        </p:spPr>
        <p:txBody>
          <a:bodyPr/>
          <a:lstStyle>
            <a:lvl1pPr marL="252000" indent="-180000">
              <a:lnSpc>
                <a:spcPts val="3600"/>
              </a:lnSpc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b="0"/>
            </a:lvl1pPr>
            <a:lvl2pPr marL="504000" indent="-180000">
              <a:lnSpc>
                <a:spcPct val="100000"/>
              </a:lnSpc>
              <a:buClr>
                <a:schemeClr val="tx2"/>
              </a:buClr>
              <a:buFont typeface="Arial" panose="020B0604020202020204" pitchFamily="34" charset="0"/>
              <a:buChar char="̶"/>
              <a:defRPr sz="2000"/>
            </a:lvl2pPr>
            <a:lvl3pPr marL="914400" indent="0">
              <a:lnSpc>
                <a:spcPct val="100000"/>
              </a:lnSpc>
              <a:buNone/>
              <a:defRPr sz="1600"/>
            </a:lvl3pPr>
          </a:lstStyle>
          <a:p>
            <a:pPr lvl="0"/>
            <a:r>
              <a:rPr lang="en-GB" noProof="0" dirty="0"/>
              <a:t>Click here to insert text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</p:txBody>
      </p:sp>
      <p:pic>
        <p:nvPicPr>
          <p:cNvPr id="10" name="Obrázek 1">
            <a:extLst>
              <a:ext uri="{FF2B5EF4-FFF2-40B4-BE49-F238E27FC236}">
                <a16:creationId xmlns:a16="http://schemas.microsoft.com/office/drawing/2014/main" id="{40DA4B4B-7461-C745-B756-166EA6856B9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81277" y="6048000"/>
            <a:ext cx="865418" cy="593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71684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6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, subheading, tex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C8DF9A9-CF6E-49C8-A8BC-74FDF24B8C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 dirty="0"/>
              <a:t>Click here to insert heading</a:t>
            </a:r>
            <a:endParaRPr lang="cs-CZ" dirty="0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1E1D20B9-1A33-484F-AB08-D95E85A9CB2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noProof="0" dirty="0"/>
              <a:t>Define footer – presentation title / department</a:t>
            </a: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F7A2EACA-93F7-4696-A84F-C07E4801CB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DE708CC-0C3F-4567-9698-B54C0F35BD31}" type="slidenum">
              <a:rPr lang="en-GB" altLang="cs-CZ" noProof="0" smtClean="0"/>
              <a:pPr/>
              <a:t>‹#›</a:t>
            </a:fld>
            <a:endParaRPr lang="en-GB" altLang="cs-CZ" noProof="0" dirty="0"/>
          </a:p>
        </p:txBody>
      </p:sp>
      <p:sp>
        <p:nvSpPr>
          <p:cNvPr id="7" name="Zástupný symbol pro obsah 2">
            <a:extLst>
              <a:ext uri="{FF2B5EF4-FFF2-40B4-BE49-F238E27FC236}">
                <a16:creationId xmlns:a16="http://schemas.microsoft.com/office/drawing/2014/main" id="{45EA606A-B012-497D-A062-93B4C5E7BD3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347735" y="2596845"/>
            <a:ext cx="4125465" cy="3208441"/>
          </a:xfrm>
          <a:prstGeom prst="rect">
            <a:avLst/>
          </a:prstGeom>
        </p:spPr>
        <p:txBody>
          <a:bodyPr/>
          <a:lstStyle>
            <a:lvl1pPr marL="252000" indent="-180000">
              <a:lnSpc>
                <a:spcPts val="3600"/>
              </a:lnSpc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sz="2000" b="0"/>
            </a:lvl1pPr>
            <a:lvl2pPr marL="504000" indent="-180000">
              <a:lnSpc>
                <a:spcPct val="100000"/>
              </a:lnSpc>
              <a:buClr>
                <a:schemeClr val="tx2"/>
              </a:buClr>
              <a:buFont typeface="Arial" panose="020B0604020202020204" pitchFamily="34" charset="0"/>
              <a:buChar char="̶"/>
              <a:defRPr sz="2000"/>
            </a:lvl2pPr>
            <a:lvl3pPr marL="914400" indent="0">
              <a:lnSpc>
                <a:spcPct val="100000"/>
              </a:lnSpc>
              <a:buNone/>
              <a:defRPr sz="1600"/>
            </a:lvl3pPr>
          </a:lstStyle>
          <a:p>
            <a:pPr lvl="0"/>
            <a:r>
              <a:rPr lang="en-GB" noProof="0" dirty="0"/>
              <a:t>Click here to insert text</a:t>
            </a:r>
          </a:p>
        </p:txBody>
      </p:sp>
      <p:sp>
        <p:nvSpPr>
          <p:cNvPr id="8" name="Zástupný symbol pro obrázek 7">
            <a:extLst>
              <a:ext uri="{FF2B5EF4-FFF2-40B4-BE49-F238E27FC236}">
                <a16:creationId xmlns:a16="http://schemas.microsoft.com/office/drawing/2014/main" id="{55454331-9726-47EA-9406-7071E2CA33D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729509" y="1665288"/>
            <a:ext cx="6207791" cy="4139998"/>
          </a:xfrm>
        </p:spPr>
        <p:txBody>
          <a:bodyPr anchor="ctr"/>
          <a:lstStyle>
            <a:lvl1pPr algn="ctr">
              <a:defRPr>
                <a:solidFill>
                  <a:srgbClr val="0000DC"/>
                </a:solidFill>
              </a:defRPr>
            </a:lvl1pPr>
          </a:lstStyle>
          <a:p>
            <a:r>
              <a:rPr lang="en-GB" noProof="0" dirty="0"/>
              <a:t>Click on the icon to insert image</a:t>
            </a:r>
          </a:p>
        </p:txBody>
      </p:sp>
      <p:sp>
        <p:nvSpPr>
          <p:cNvPr id="11" name="Zástupný symbol pro text 7">
            <a:extLst>
              <a:ext uri="{FF2B5EF4-FFF2-40B4-BE49-F238E27FC236}">
                <a16:creationId xmlns:a16="http://schemas.microsoft.com/office/drawing/2014/main" id="{B0741B4D-1AE5-4AB1-8AD2-5E6FAC7F6F2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0725" y="1296001"/>
            <a:ext cx="10752138" cy="271576"/>
          </a:xfrm>
        </p:spPr>
        <p:txBody>
          <a:bodyPr lIns="0" tIns="0" rIns="0" bIns="0">
            <a:noAutofit/>
          </a:bodyPr>
          <a:lstStyle>
            <a:lvl1pPr algn="l">
              <a:lnSpc>
                <a:spcPts val="2300"/>
              </a:lnSpc>
              <a:defRPr sz="20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 dirty="0"/>
              <a:t>Click here to insert subheading</a:t>
            </a:r>
          </a:p>
        </p:txBody>
      </p:sp>
      <p:pic>
        <p:nvPicPr>
          <p:cNvPr id="10" name="Obrázek 1">
            <a:extLst>
              <a:ext uri="{FF2B5EF4-FFF2-40B4-BE49-F238E27FC236}">
                <a16:creationId xmlns:a16="http://schemas.microsoft.com/office/drawing/2014/main" id="{08404865-443F-B54E-9D7D-2EEDA75D197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81277" y="6048000"/>
            <a:ext cx="865418" cy="593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28353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, subheading and three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Zástupný symbol pro obsah 12">
            <a:extLst>
              <a:ext uri="{FF2B5EF4-FFF2-40B4-BE49-F238E27FC236}">
                <a16:creationId xmlns:a16="http://schemas.microsoft.com/office/drawing/2014/main" id="{548D6DE9-EB16-4D0A-9F96-DD69C3E97213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4440000" y="1692002"/>
            <a:ext cx="3311525" cy="2230711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Click here to insert text</a:t>
            </a:r>
          </a:p>
        </p:txBody>
      </p:sp>
      <p:sp>
        <p:nvSpPr>
          <p:cNvPr id="2" name="Zástupný symbol pro zápatí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 dirty="0"/>
              <a:t>Define footer – presentation title / department</a:t>
            </a:r>
          </a:p>
        </p:txBody>
      </p:sp>
      <p:sp>
        <p:nvSpPr>
          <p:cNvPr id="3" name="Zástupný symbol pro číslo snímku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6D6C118-631F-4A80-9886-907009361577}" type="slidenum">
              <a:rPr lang="en-GB" altLang="cs-CZ" noProof="0" smtClean="0"/>
              <a:pPr/>
              <a:t>‹#›</a:t>
            </a:fld>
            <a:endParaRPr lang="en-GB" altLang="cs-CZ" noProof="0" dirty="0"/>
          </a:p>
        </p:txBody>
      </p:sp>
      <p:sp>
        <p:nvSpPr>
          <p:cNvPr id="6" name="Zástupný symbol pro text 5">
            <a:extLst>
              <a:ext uri="{FF2B5EF4-FFF2-40B4-BE49-F238E27FC236}">
                <a16:creationId xmlns:a16="http://schemas.microsoft.com/office/drawing/2014/main" id="{C2D097E9-9E99-4F02-A434-E69D713D0FB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19999" y="4414271"/>
            <a:ext cx="3312000" cy="1427730"/>
          </a:xfrm>
        </p:spPr>
        <p:txBody>
          <a:bodyPr lIns="0" tIns="0" rIns="0" bIns="0" numCol="1" spcCol="324000">
            <a:noAutofit/>
          </a:bodyPr>
          <a:lstStyle>
            <a:lvl1pPr algn="l">
              <a:lnSpc>
                <a:spcPts val="1800"/>
              </a:lnSpc>
              <a:defRPr sz="1500" b="0">
                <a:solidFill>
                  <a:schemeClr val="tx1"/>
                </a:solidFill>
              </a:defRPr>
            </a:lvl1pPr>
            <a:lvl2pPr algn="l">
              <a:defRPr u="none"/>
            </a:lvl2pPr>
            <a:lvl3pPr algn="l">
              <a:defRPr>
                <a:latin typeface="+mn-lt"/>
              </a:defRPr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GB" noProof="0" dirty="0"/>
              <a:t>Click here to insert text</a:t>
            </a:r>
          </a:p>
        </p:txBody>
      </p:sp>
      <p:sp>
        <p:nvSpPr>
          <p:cNvPr id="7" name="Zástupný symbol pro text 5">
            <a:extLst>
              <a:ext uri="{FF2B5EF4-FFF2-40B4-BE49-F238E27FC236}">
                <a16:creationId xmlns:a16="http://schemas.microsoft.com/office/drawing/2014/main" id="{7E169087-A2FD-4849-9AAC-BD41AA07A5E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440000" y="4414271"/>
            <a:ext cx="3312000" cy="1427730"/>
          </a:xfrm>
        </p:spPr>
        <p:txBody>
          <a:bodyPr lIns="0" tIns="0" rIns="0" bIns="0" numCol="1" spcCol="324000">
            <a:noAutofit/>
          </a:bodyPr>
          <a:lstStyle>
            <a:lvl1pPr algn="l">
              <a:lnSpc>
                <a:spcPts val="1800"/>
              </a:lnSpc>
              <a:defRPr sz="1500" b="0">
                <a:solidFill>
                  <a:schemeClr val="tx1"/>
                </a:solidFill>
              </a:defRPr>
            </a:lvl1pPr>
            <a:lvl2pPr algn="l">
              <a:defRPr u="none"/>
            </a:lvl2pPr>
            <a:lvl3pPr algn="l">
              <a:defRPr>
                <a:latin typeface="+mn-lt"/>
              </a:defRPr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GB" noProof="0" dirty="0"/>
              <a:t>Click here to insert text</a:t>
            </a:r>
          </a:p>
        </p:txBody>
      </p:sp>
      <p:sp>
        <p:nvSpPr>
          <p:cNvPr id="9" name="Zástupný symbol pro text 5">
            <a:extLst>
              <a:ext uri="{FF2B5EF4-FFF2-40B4-BE49-F238E27FC236}">
                <a16:creationId xmlns:a16="http://schemas.microsoft.com/office/drawing/2014/main" id="{E14CE5FF-FB97-4634-9714-4B5C0FDA386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61200" y="4414270"/>
            <a:ext cx="3312000" cy="1427730"/>
          </a:xfrm>
        </p:spPr>
        <p:txBody>
          <a:bodyPr lIns="0" tIns="0" rIns="0" bIns="0" numCol="1" spcCol="324000">
            <a:noAutofit/>
          </a:bodyPr>
          <a:lstStyle>
            <a:lvl1pPr algn="l">
              <a:lnSpc>
                <a:spcPts val="1800"/>
              </a:lnSpc>
              <a:defRPr sz="1500" b="0">
                <a:solidFill>
                  <a:schemeClr val="tx1"/>
                </a:solidFill>
              </a:defRPr>
            </a:lvl1pPr>
            <a:lvl2pPr algn="l">
              <a:defRPr u="none"/>
            </a:lvl2pPr>
            <a:lvl3pPr algn="l">
              <a:defRPr>
                <a:latin typeface="+mn-lt"/>
              </a:defRPr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GB" noProof="0" dirty="0"/>
              <a:t>Click here to insert text</a:t>
            </a:r>
          </a:p>
        </p:txBody>
      </p:sp>
      <p:sp>
        <p:nvSpPr>
          <p:cNvPr id="14" name="Zástupný symbol pro text 13">
            <a:extLst>
              <a:ext uri="{FF2B5EF4-FFF2-40B4-BE49-F238E27FC236}">
                <a16:creationId xmlns:a16="http://schemas.microsoft.com/office/drawing/2014/main" id="{DD220DBF-2B26-4E32-826A-79839FF5102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20725" y="4025136"/>
            <a:ext cx="3311525" cy="216000"/>
          </a:xfrm>
        </p:spPr>
        <p:txBody>
          <a:bodyPr anchor="ctr"/>
          <a:lstStyle>
            <a:lvl1pPr>
              <a:lnSpc>
                <a:spcPts val="1100"/>
              </a:lnSpc>
              <a:defRPr sz="1000" b="0"/>
            </a:lvl1pPr>
          </a:lstStyle>
          <a:p>
            <a:pPr lvl="0"/>
            <a:r>
              <a:rPr lang="en-GB" noProof="0" dirty="0"/>
              <a:t>Click here to insert text</a:t>
            </a:r>
          </a:p>
        </p:txBody>
      </p:sp>
      <p:sp>
        <p:nvSpPr>
          <p:cNvPr id="15" name="Zástupný symbol pro text 13">
            <a:extLst>
              <a:ext uri="{FF2B5EF4-FFF2-40B4-BE49-F238E27FC236}">
                <a16:creationId xmlns:a16="http://schemas.microsoft.com/office/drawing/2014/main" id="{AD9E96F9-7F56-4453-A9FC-693AF7E57BB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440475" y="4025136"/>
            <a:ext cx="3311525" cy="216000"/>
          </a:xfrm>
        </p:spPr>
        <p:txBody>
          <a:bodyPr anchor="ctr"/>
          <a:lstStyle>
            <a:lvl1pPr>
              <a:lnSpc>
                <a:spcPts val="1100"/>
              </a:lnSpc>
              <a:defRPr sz="1000" b="0"/>
            </a:lvl1pPr>
          </a:lstStyle>
          <a:p>
            <a:pPr lvl="0"/>
            <a:r>
              <a:rPr lang="en-GB" noProof="0" dirty="0"/>
              <a:t>Click here to insert text</a:t>
            </a:r>
          </a:p>
        </p:txBody>
      </p:sp>
      <p:sp>
        <p:nvSpPr>
          <p:cNvPr id="16" name="Zástupný symbol pro text 13">
            <a:extLst>
              <a:ext uri="{FF2B5EF4-FFF2-40B4-BE49-F238E27FC236}">
                <a16:creationId xmlns:a16="http://schemas.microsoft.com/office/drawing/2014/main" id="{88362389-3E8C-4129-819C-75F0F7922D0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61436" y="4025136"/>
            <a:ext cx="3311525" cy="216000"/>
          </a:xfrm>
        </p:spPr>
        <p:txBody>
          <a:bodyPr anchor="ctr"/>
          <a:lstStyle>
            <a:lvl1pPr>
              <a:lnSpc>
                <a:spcPts val="1100"/>
              </a:lnSpc>
              <a:defRPr sz="1000" b="0"/>
            </a:lvl1pPr>
          </a:lstStyle>
          <a:p>
            <a:pPr lvl="0"/>
            <a:r>
              <a:rPr lang="en-GB" noProof="0" dirty="0"/>
              <a:t>Click here to insert text</a:t>
            </a:r>
          </a:p>
        </p:txBody>
      </p:sp>
      <p:sp>
        <p:nvSpPr>
          <p:cNvPr id="18" name="Zástupný symbol pro obsah 12">
            <a:extLst>
              <a:ext uri="{FF2B5EF4-FFF2-40B4-BE49-F238E27FC236}">
                <a16:creationId xmlns:a16="http://schemas.microsoft.com/office/drawing/2014/main" id="{DE897ACA-C285-471C-BF3F-2886D04C7F9F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719999" y="1692002"/>
            <a:ext cx="3311525" cy="2230711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Click here to insert text</a:t>
            </a:r>
          </a:p>
        </p:txBody>
      </p:sp>
      <p:sp>
        <p:nvSpPr>
          <p:cNvPr id="20" name="Zástupný symbol pro obsah 12">
            <a:extLst>
              <a:ext uri="{FF2B5EF4-FFF2-40B4-BE49-F238E27FC236}">
                <a16:creationId xmlns:a16="http://schemas.microsoft.com/office/drawing/2014/main" id="{9AF93628-9CF3-4CB5-A8C7-735B527D49B2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8160001" y="1692002"/>
            <a:ext cx="3311525" cy="2230711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Click here to insert text</a:t>
            </a:r>
          </a:p>
        </p:txBody>
      </p:sp>
      <p:sp>
        <p:nvSpPr>
          <p:cNvPr id="19" name="Zástupný symbol pro text 7">
            <a:extLst>
              <a:ext uri="{FF2B5EF4-FFF2-40B4-BE49-F238E27FC236}">
                <a16:creationId xmlns:a16="http://schemas.microsoft.com/office/drawing/2014/main" id="{9F610B39-FB78-4767-BA31-C3D4E7D5586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0725" y="1296001"/>
            <a:ext cx="10752138" cy="271576"/>
          </a:xfrm>
        </p:spPr>
        <p:txBody>
          <a:bodyPr lIns="0" tIns="0" rIns="0" bIns="0">
            <a:noAutofit/>
          </a:bodyPr>
          <a:lstStyle>
            <a:lvl1pPr algn="l">
              <a:lnSpc>
                <a:spcPts val="2300"/>
              </a:lnSpc>
              <a:defRPr sz="20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 dirty="0"/>
              <a:t>Click here to insert subheading</a:t>
            </a:r>
          </a:p>
        </p:txBody>
      </p:sp>
      <p:sp>
        <p:nvSpPr>
          <p:cNvPr id="21" name="Nadpis 12">
            <a:extLst>
              <a:ext uri="{FF2B5EF4-FFF2-40B4-BE49-F238E27FC236}">
                <a16:creationId xmlns:a16="http://schemas.microsoft.com/office/drawing/2014/main" id="{6B0440B8-6781-4DF7-853B-03D5855A8C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0" y="720000"/>
            <a:ext cx="10753200" cy="451576"/>
          </a:xfrm>
        </p:spPr>
        <p:txBody>
          <a:bodyPr/>
          <a:lstStyle/>
          <a:p>
            <a:r>
              <a:rPr lang="en-GB" noProof="0" dirty="0"/>
              <a:t>Click here to insert heading</a:t>
            </a:r>
            <a:endParaRPr lang="cs-CZ" dirty="0"/>
          </a:p>
        </p:txBody>
      </p:sp>
      <p:pic>
        <p:nvPicPr>
          <p:cNvPr id="22" name="Obrázek 1">
            <a:extLst>
              <a:ext uri="{FF2B5EF4-FFF2-40B4-BE49-F238E27FC236}">
                <a16:creationId xmlns:a16="http://schemas.microsoft.com/office/drawing/2014/main" id="{4C4EA05C-1C23-FE44-AF48-3333F3DA765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81277" y="6048000"/>
            <a:ext cx="865418" cy="593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37410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49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out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patí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 dirty="0"/>
              <a:t>Define footer – presentation title / department</a:t>
            </a:r>
          </a:p>
        </p:txBody>
      </p:sp>
      <p:sp>
        <p:nvSpPr>
          <p:cNvPr id="3" name="Zástupný symbol pro číslo snímku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6D6C118-631F-4A80-9886-907009361577}" type="slidenum">
              <a:rPr lang="en-GB" altLang="cs-CZ" noProof="0" smtClean="0"/>
              <a:pPr/>
              <a:t>‹#›</a:t>
            </a:fld>
            <a:endParaRPr lang="en-GB" altLang="cs-CZ" noProof="0" dirty="0"/>
          </a:p>
        </p:txBody>
      </p:sp>
      <p:sp>
        <p:nvSpPr>
          <p:cNvPr id="8" name="Zástupný symbol pro obsah 2">
            <a:extLst>
              <a:ext uri="{FF2B5EF4-FFF2-40B4-BE49-F238E27FC236}">
                <a16:creationId xmlns:a16="http://schemas.microsoft.com/office/drawing/2014/main" id="{51439ED6-907B-45D9-8FCC-98AE21B3C06D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720000" y="692150"/>
            <a:ext cx="10753200" cy="5139850"/>
          </a:xfrm>
          <a:prstGeom prst="rect">
            <a:avLst/>
          </a:prstGeom>
        </p:spPr>
        <p:txBody>
          <a:bodyPr/>
          <a:lstStyle>
            <a:lvl1pPr marL="72000" indent="0">
              <a:lnSpc>
                <a:spcPts val="3600"/>
              </a:lnSpc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 b="0"/>
            </a:lvl1pPr>
            <a:lvl2pPr marL="504000" indent="-180000">
              <a:lnSpc>
                <a:spcPct val="100000"/>
              </a:lnSpc>
              <a:buClr>
                <a:schemeClr val="tx2"/>
              </a:buClr>
              <a:buFont typeface="Arial" panose="020B0604020202020204" pitchFamily="34" charset="0"/>
              <a:buChar char="̶"/>
              <a:defRPr sz="2000"/>
            </a:lvl2pPr>
            <a:lvl3pPr marL="914400" indent="0">
              <a:lnSpc>
                <a:spcPct val="100000"/>
              </a:lnSpc>
              <a:buNone/>
              <a:defRPr sz="1600"/>
            </a:lvl3pPr>
          </a:lstStyle>
          <a:p>
            <a:pPr lvl="0"/>
            <a:r>
              <a:rPr lang="en-GB" noProof="0" dirty="0"/>
              <a:t>Click here to insert text</a:t>
            </a:r>
          </a:p>
        </p:txBody>
      </p:sp>
      <p:pic>
        <p:nvPicPr>
          <p:cNvPr id="6" name="Obrázek 1">
            <a:extLst>
              <a:ext uri="{FF2B5EF4-FFF2-40B4-BE49-F238E27FC236}">
                <a16:creationId xmlns:a16="http://schemas.microsoft.com/office/drawing/2014/main" id="{8F31EC43-0A39-974A-894B-17801C9B6EB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81277" y="6048000"/>
            <a:ext cx="865418" cy="593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9755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6" userDrawn="1">
          <p15:clr>
            <a:srgbClr val="FBAE40"/>
          </p15:clr>
        </p15:guide>
        <p15:guide id="2" pos="438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patí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 dirty="0"/>
              <a:t>Define footer – presentation title / department</a:t>
            </a:r>
          </a:p>
        </p:txBody>
      </p:sp>
      <p:sp>
        <p:nvSpPr>
          <p:cNvPr id="3" name="Zástupný symbol pro číslo snímku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6D6C118-631F-4A80-9886-907009361577}" type="slidenum">
              <a:rPr lang="en-GB" altLang="cs-CZ" noProof="0" smtClean="0"/>
              <a:pPr/>
              <a:t>‹#›</a:t>
            </a:fld>
            <a:endParaRPr lang="en-GB" altLang="cs-CZ" noProof="0" dirty="0"/>
          </a:p>
        </p:txBody>
      </p:sp>
      <p:sp>
        <p:nvSpPr>
          <p:cNvPr id="6" name="Nadpis 12">
            <a:extLst>
              <a:ext uri="{FF2B5EF4-FFF2-40B4-BE49-F238E27FC236}">
                <a16:creationId xmlns:a16="http://schemas.microsoft.com/office/drawing/2014/main" id="{C80D1D37-E5CA-42AD-BE6B-219FAFB5467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0" y="720000"/>
            <a:ext cx="10753200" cy="451576"/>
          </a:xfrm>
        </p:spPr>
        <p:txBody>
          <a:bodyPr/>
          <a:lstStyle/>
          <a:p>
            <a:r>
              <a:rPr lang="en-GB" noProof="0" dirty="0"/>
              <a:t>Click here to insert heading</a:t>
            </a:r>
            <a:endParaRPr lang="cs-CZ" dirty="0"/>
          </a:p>
        </p:txBody>
      </p:sp>
      <p:pic>
        <p:nvPicPr>
          <p:cNvPr id="8" name="Obrázek 1">
            <a:extLst>
              <a:ext uri="{FF2B5EF4-FFF2-40B4-BE49-F238E27FC236}">
                <a16:creationId xmlns:a16="http://schemas.microsoft.com/office/drawing/2014/main" id="{C683D6EC-6E68-DB41-837F-71C6377C2CA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81277" y="6048000"/>
            <a:ext cx="865418" cy="593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5407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images,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Zástupný symbol pro obsah 12">
            <a:extLst>
              <a:ext uri="{FF2B5EF4-FFF2-40B4-BE49-F238E27FC236}">
                <a16:creationId xmlns:a16="http://schemas.microsoft.com/office/drawing/2014/main" id="{9622FDD6-5C71-4DE9-BFBE-6443A2855E5C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719997" y="718712"/>
            <a:ext cx="5220001" cy="3204001"/>
          </a:xfrm>
        </p:spPr>
        <p:txBody>
          <a:bodyPr/>
          <a:lstStyle>
            <a:lvl1pPr algn="l">
              <a:defRPr/>
            </a:lvl1pPr>
          </a:lstStyle>
          <a:p>
            <a:pPr lvl="0"/>
            <a:r>
              <a:rPr lang="en-GB" noProof="0" dirty="0"/>
              <a:t>Click here to insert text</a:t>
            </a:r>
          </a:p>
        </p:txBody>
      </p:sp>
      <p:sp>
        <p:nvSpPr>
          <p:cNvPr id="2" name="Zástupný symbol pro zápatí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 dirty="0"/>
              <a:t>Define footer – presentation title / department</a:t>
            </a:r>
          </a:p>
        </p:txBody>
      </p:sp>
      <p:sp>
        <p:nvSpPr>
          <p:cNvPr id="3" name="Zástupný symbol pro číslo snímku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6D6C118-631F-4A80-9886-907009361577}" type="slidenum">
              <a:rPr lang="en-GB" altLang="cs-CZ" noProof="0" smtClean="0"/>
              <a:pPr/>
              <a:t>‹#›</a:t>
            </a:fld>
            <a:endParaRPr lang="en-GB" altLang="cs-CZ" noProof="0" dirty="0"/>
          </a:p>
        </p:txBody>
      </p:sp>
      <p:sp>
        <p:nvSpPr>
          <p:cNvPr id="9" name="Zástupný symbol pro text 5">
            <a:extLst>
              <a:ext uri="{FF2B5EF4-FFF2-40B4-BE49-F238E27FC236}">
                <a16:creationId xmlns:a16="http://schemas.microsoft.com/office/drawing/2014/main" id="{8D903DEB-B441-46DB-8462-2640DC8DB3E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9999" y="4500000"/>
            <a:ext cx="5220000" cy="1331998"/>
          </a:xfrm>
        </p:spPr>
        <p:txBody>
          <a:bodyPr lIns="0" tIns="0" rIns="0" bIns="0" numCol="1" spcCol="324000">
            <a:noAutofit/>
          </a:bodyPr>
          <a:lstStyle>
            <a:lvl1pPr algn="l">
              <a:lnSpc>
                <a:spcPts val="1800"/>
              </a:lnSpc>
              <a:defRPr sz="1500" b="0">
                <a:solidFill>
                  <a:schemeClr val="tx1"/>
                </a:solidFill>
              </a:defRPr>
            </a:lvl1pPr>
            <a:lvl2pPr algn="l">
              <a:defRPr u="none"/>
            </a:lvl2pPr>
            <a:lvl3pPr algn="l">
              <a:defRPr>
                <a:latin typeface="+mn-lt"/>
              </a:defRPr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GB" noProof="0" dirty="0"/>
              <a:t>Click here to insert text</a:t>
            </a:r>
          </a:p>
        </p:txBody>
      </p:sp>
      <p:sp>
        <p:nvSpPr>
          <p:cNvPr id="11" name="Zástupný symbol pro text 13">
            <a:extLst>
              <a:ext uri="{FF2B5EF4-FFF2-40B4-BE49-F238E27FC236}">
                <a16:creationId xmlns:a16="http://schemas.microsoft.com/office/drawing/2014/main" id="{66F1D7B9-D1BE-446E-87CA-6AD81AFA838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20724" y="4068000"/>
            <a:ext cx="5220000" cy="360000"/>
          </a:xfrm>
        </p:spPr>
        <p:txBody>
          <a:bodyPr/>
          <a:lstStyle>
            <a:lvl1pPr algn="l">
              <a:lnSpc>
                <a:spcPts val="1100"/>
              </a:lnSpc>
              <a:defRPr sz="1100" b="1"/>
            </a:lvl1pPr>
          </a:lstStyle>
          <a:p>
            <a:pPr lvl="0"/>
            <a:r>
              <a:rPr lang="en-GB" noProof="0" dirty="0"/>
              <a:t>Click here to insert text</a:t>
            </a:r>
          </a:p>
        </p:txBody>
      </p:sp>
      <p:sp>
        <p:nvSpPr>
          <p:cNvPr id="13" name="Zástupný symbol pro text 5">
            <a:extLst>
              <a:ext uri="{FF2B5EF4-FFF2-40B4-BE49-F238E27FC236}">
                <a16:creationId xmlns:a16="http://schemas.microsoft.com/office/drawing/2014/main" id="{3947EF07-8AF7-4904-8565-F5D81E4282D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51278" y="4500000"/>
            <a:ext cx="5220000" cy="1331998"/>
          </a:xfrm>
        </p:spPr>
        <p:txBody>
          <a:bodyPr lIns="0" tIns="0" rIns="0" bIns="0" numCol="1" spcCol="324000">
            <a:noAutofit/>
          </a:bodyPr>
          <a:lstStyle>
            <a:lvl1pPr algn="l">
              <a:lnSpc>
                <a:spcPts val="1800"/>
              </a:lnSpc>
              <a:defRPr sz="1500" b="0">
                <a:solidFill>
                  <a:schemeClr val="tx1"/>
                </a:solidFill>
              </a:defRPr>
            </a:lvl1pPr>
            <a:lvl2pPr algn="l">
              <a:defRPr u="none"/>
            </a:lvl2pPr>
            <a:lvl3pPr algn="l">
              <a:defRPr>
                <a:latin typeface="+mn-lt"/>
              </a:defRPr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GB" noProof="0" dirty="0"/>
              <a:t>Click here to insert text</a:t>
            </a:r>
          </a:p>
        </p:txBody>
      </p:sp>
      <p:sp>
        <p:nvSpPr>
          <p:cNvPr id="15" name="Zástupný symbol pro text 13">
            <a:extLst>
              <a:ext uri="{FF2B5EF4-FFF2-40B4-BE49-F238E27FC236}">
                <a16:creationId xmlns:a16="http://schemas.microsoft.com/office/drawing/2014/main" id="{334B9440-7A06-4BF8-9532-C11248171B0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252003" y="4068000"/>
            <a:ext cx="5220000" cy="360000"/>
          </a:xfrm>
        </p:spPr>
        <p:txBody>
          <a:bodyPr/>
          <a:lstStyle>
            <a:lvl1pPr algn="l">
              <a:lnSpc>
                <a:spcPts val="1100"/>
              </a:lnSpc>
              <a:defRPr sz="1100" b="1"/>
            </a:lvl1pPr>
          </a:lstStyle>
          <a:p>
            <a:pPr lvl="0"/>
            <a:r>
              <a:rPr lang="en-GB" noProof="0" dirty="0"/>
              <a:t>Click here to insert text</a:t>
            </a:r>
          </a:p>
        </p:txBody>
      </p:sp>
      <p:sp>
        <p:nvSpPr>
          <p:cNvPr id="17" name="Zástupný symbol pro obsah 12">
            <a:extLst>
              <a:ext uri="{FF2B5EF4-FFF2-40B4-BE49-F238E27FC236}">
                <a16:creationId xmlns:a16="http://schemas.microsoft.com/office/drawing/2014/main" id="{263AA377-982D-4CA3-B9BD-C61AF6524812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6251278" y="718712"/>
            <a:ext cx="5220001" cy="3204001"/>
          </a:xfrm>
        </p:spPr>
        <p:txBody>
          <a:bodyPr/>
          <a:lstStyle>
            <a:lvl1pPr algn="l">
              <a:defRPr/>
            </a:lvl1pPr>
          </a:lstStyle>
          <a:p>
            <a:pPr lvl="0"/>
            <a:r>
              <a:rPr lang="en-GB" noProof="0" dirty="0"/>
              <a:t>Click here to insert text</a:t>
            </a:r>
          </a:p>
        </p:txBody>
      </p:sp>
      <p:pic>
        <p:nvPicPr>
          <p:cNvPr id="14" name="Obrázek 1">
            <a:extLst>
              <a:ext uri="{FF2B5EF4-FFF2-40B4-BE49-F238E27FC236}">
                <a16:creationId xmlns:a16="http://schemas.microsoft.com/office/drawing/2014/main" id="{C45EA08F-7138-934C-AD83-BFE0C4D826C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81277" y="6048000"/>
            <a:ext cx="865418" cy="593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29866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patí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 dirty="0"/>
              <a:t>Define footer – presentation title / department</a:t>
            </a:r>
          </a:p>
        </p:txBody>
      </p:sp>
      <p:sp>
        <p:nvSpPr>
          <p:cNvPr id="3" name="Zástupný symbol pro číslo snímku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6D6C118-631F-4A80-9886-907009361577}" type="slidenum">
              <a:rPr lang="en-GB" altLang="cs-CZ" noProof="0" smtClean="0"/>
              <a:pPr/>
              <a:t>‹#›</a:t>
            </a:fld>
            <a:endParaRPr lang="en-GB" altLang="cs-CZ" noProof="0" dirty="0"/>
          </a:p>
        </p:txBody>
      </p:sp>
      <p:pic>
        <p:nvPicPr>
          <p:cNvPr id="6" name="Obrázek 1">
            <a:extLst>
              <a:ext uri="{FF2B5EF4-FFF2-40B4-BE49-F238E27FC236}">
                <a16:creationId xmlns:a16="http://schemas.microsoft.com/office/drawing/2014/main" id="{A1250E97-1EDB-6C4B-8256-60FC879B8F4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81277" y="6048000"/>
            <a:ext cx="865418" cy="593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38907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F3A84368-F699-48A6-8383-4822D7F23BC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DE708CC-0C3F-4567-9698-B54C0F35BD31}" type="slidenum">
              <a:rPr lang="en-GB" altLang="cs-CZ" noProof="0" smtClean="0"/>
              <a:pPr/>
              <a:t>‹#›</a:t>
            </a:fld>
            <a:endParaRPr lang="en-GB" altLang="cs-CZ" noProof="0" dirty="0"/>
          </a:p>
        </p:txBody>
      </p:sp>
      <p:sp>
        <p:nvSpPr>
          <p:cNvPr id="11" name="Nadpis 6">
            <a:extLst>
              <a:ext uri="{FF2B5EF4-FFF2-40B4-BE49-F238E27FC236}">
                <a16:creationId xmlns:a16="http://schemas.microsoft.com/office/drawing/2014/main" id="{210CF170-3CE8-4094-B136-F821606CD8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8502" y="2900365"/>
            <a:ext cx="5246518" cy="1171580"/>
          </a:xfrm>
        </p:spPr>
        <p:txBody>
          <a:bodyPr anchor="t"/>
          <a:lstStyle>
            <a:lvl1pPr algn="l">
              <a:lnSpc>
                <a:spcPts val="4400"/>
              </a:lnSpc>
              <a:defRPr sz="4400">
                <a:solidFill>
                  <a:srgbClr val="0000DC"/>
                </a:solidFill>
              </a:defRPr>
            </a:lvl1pPr>
          </a:lstStyle>
          <a:p>
            <a:r>
              <a:rPr lang="en-GB" noProof="0" dirty="0"/>
              <a:t>Click here to insert title</a:t>
            </a:r>
            <a:endParaRPr lang="cs-CZ" dirty="0"/>
          </a:p>
        </p:txBody>
      </p:sp>
      <p:sp>
        <p:nvSpPr>
          <p:cNvPr id="12" name="Podnadpis 2">
            <a:extLst>
              <a:ext uri="{FF2B5EF4-FFF2-40B4-BE49-F238E27FC236}">
                <a16:creationId xmlns:a16="http://schemas.microsoft.com/office/drawing/2014/main" id="{F805DFF4-9876-466D-A663-D549EEF8195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98502" y="4116402"/>
            <a:ext cx="5246518" cy="698497"/>
          </a:xfrm>
        </p:spPr>
        <p:txBody>
          <a:bodyPr anchor="t"/>
          <a:lstStyle>
            <a:lvl1pPr marL="0" indent="0" algn="l">
              <a:buNone/>
              <a:defRPr lang="cs-CZ" sz="2400" b="0" dirty="0">
                <a:solidFill>
                  <a:srgbClr val="0000DC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GB" noProof="0" dirty="0"/>
              <a:t>Click here to insert subtitle</a:t>
            </a:r>
          </a:p>
        </p:txBody>
      </p:sp>
      <p:sp>
        <p:nvSpPr>
          <p:cNvPr id="9" name="Zástupný symbol pro obrázek 7">
            <a:extLst>
              <a:ext uri="{FF2B5EF4-FFF2-40B4-BE49-F238E27FC236}">
                <a16:creationId xmlns:a16="http://schemas.microsoft.com/office/drawing/2014/main" id="{80C21443-92BF-4BF1-9C61-FDB664DC7964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096000" y="0"/>
            <a:ext cx="6096000" cy="6857999"/>
          </a:xfrm>
        </p:spPr>
        <p:txBody>
          <a:bodyPr anchor="ctr"/>
          <a:lstStyle>
            <a:lvl1pPr algn="ctr">
              <a:defRPr>
                <a:solidFill>
                  <a:srgbClr val="0000DC"/>
                </a:solidFill>
              </a:defRPr>
            </a:lvl1pPr>
          </a:lstStyle>
          <a:p>
            <a:r>
              <a:rPr lang="en-GB" noProof="0" dirty="0"/>
              <a:t>Click on the icon to insert image</a:t>
            </a:r>
          </a:p>
        </p:txBody>
      </p:sp>
      <p:sp>
        <p:nvSpPr>
          <p:cNvPr id="7" name="Zástupný symbol pro zápatí 1">
            <a:extLst>
              <a:ext uri="{FF2B5EF4-FFF2-40B4-BE49-F238E27FC236}">
                <a16:creationId xmlns:a16="http://schemas.microsoft.com/office/drawing/2014/main" id="{24438A88-1921-4DF2-9F65-459AAE83D16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20000" y="6228000"/>
            <a:ext cx="4925020" cy="252000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 dirty="0"/>
              <a:t>Define footer – presentation title / department</a:t>
            </a:r>
          </a:p>
        </p:txBody>
      </p:sp>
      <p:pic>
        <p:nvPicPr>
          <p:cNvPr id="8" name="Obrázek 5">
            <a:extLst>
              <a:ext uri="{FF2B5EF4-FFF2-40B4-BE49-F238E27FC236}">
                <a16:creationId xmlns:a16="http://schemas.microsoft.com/office/drawing/2014/main" id="{AB936B9F-8E01-464C-AF40-D5889DCC3A8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4000" y="414000"/>
            <a:ext cx="1546942" cy="1060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81272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432">
          <p15:clr>
            <a:srgbClr val="FBAE40"/>
          </p15:clr>
        </p15:guide>
        <p15:guide id="2" pos="23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inverse">
    <p:bg>
      <p:bgPr>
        <a:solidFill>
          <a:srgbClr val="F2D4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D8587455-5AC3-4F6B-BE52-826326AFD38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Define footer – presentation title / department</a:t>
            </a: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F3A84368-F699-48A6-8383-4822D7F23BC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DE708CC-0C3F-4567-9698-B54C0F35BD31}" type="slidenum">
              <a:rPr lang="en-GB" altLang="cs-CZ" smtClean="0"/>
              <a:pPr/>
              <a:t>‹#›</a:t>
            </a:fld>
            <a:endParaRPr lang="en-GB" altLang="cs-CZ" dirty="0"/>
          </a:p>
        </p:txBody>
      </p:sp>
      <p:sp>
        <p:nvSpPr>
          <p:cNvPr id="7" name="Nadpis 6">
            <a:extLst>
              <a:ext uri="{FF2B5EF4-FFF2-40B4-BE49-F238E27FC236}">
                <a16:creationId xmlns:a16="http://schemas.microsoft.com/office/drawing/2014/main" id="{322FA9F0-97E4-45C3-84A8-592F85A6A3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8502" y="2900365"/>
            <a:ext cx="11361600" cy="1171580"/>
          </a:xfrm>
        </p:spPr>
        <p:txBody>
          <a:bodyPr anchor="t"/>
          <a:lstStyle>
            <a:lvl1pPr algn="l">
              <a:lnSpc>
                <a:spcPts val="44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GB" noProof="0" dirty="0"/>
              <a:t>Click here to insert title</a:t>
            </a:r>
            <a:endParaRPr lang="cs-CZ" dirty="0"/>
          </a:p>
        </p:txBody>
      </p:sp>
      <p:sp>
        <p:nvSpPr>
          <p:cNvPr id="8" name="Podnadpis 2"/>
          <p:cNvSpPr>
            <a:spLocks noGrp="1"/>
          </p:cNvSpPr>
          <p:nvPr>
            <p:ph type="subTitle" idx="1" hasCustomPrompt="1"/>
          </p:nvPr>
        </p:nvSpPr>
        <p:spPr>
          <a:xfrm>
            <a:off x="398502" y="4116402"/>
            <a:ext cx="11361600" cy="698497"/>
          </a:xfrm>
        </p:spPr>
        <p:txBody>
          <a:bodyPr anchor="t"/>
          <a:lstStyle>
            <a:lvl1pPr marL="0" indent="0" algn="l">
              <a:buNone/>
              <a:defRPr lang="cs-CZ" sz="2400" b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GB" noProof="0" dirty="0"/>
              <a:t>Click here to insert subtitle</a:t>
            </a:r>
          </a:p>
        </p:txBody>
      </p:sp>
      <p:pic>
        <p:nvPicPr>
          <p:cNvPr id="9" name="Obrázek 8">
            <a:extLst>
              <a:ext uri="{FF2B5EF4-FFF2-40B4-BE49-F238E27FC236}">
                <a16:creationId xmlns:a16="http://schemas.microsoft.com/office/drawing/2014/main" id="{FF585A7D-D2A5-48D6-9877-7D43E33E52E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4000" y="414000"/>
            <a:ext cx="1546942" cy="1060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811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432">
          <p15:clr>
            <a:srgbClr val="FBAE40"/>
          </p15:clr>
        </p15:guide>
        <p15:guide id="2" pos="234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image - inverse">
    <p:bg>
      <p:bgPr>
        <a:solidFill>
          <a:srgbClr val="F2D4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F3A84368-F699-48A6-8383-4822D7F23BC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DE708CC-0C3F-4567-9698-B54C0F35BD31}" type="slidenum">
              <a:rPr lang="en-GB" altLang="cs-CZ" smtClean="0"/>
              <a:pPr/>
              <a:t>‹#›</a:t>
            </a:fld>
            <a:endParaRPr lang="en-GB" altLang="cs-CZ" dirty="0"/>
          </a:p>
        </p:txBody>
      </p:sp>
      <p:sp>
        <p:nvSpPr>
          <p:cNvPr id="7" name="Nadpis 6">
            <a:extLst>
              <a:ext uri="{FF2B5EF4-FFF2-40B4-BE49-F238E27FC236}">
                <a16:creationId xmlns:a16="http://schemas.microsoft.com/office/drawing/2014/main" id="{322FA9F0-97E4-45C3-84A8-592F85A6A3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8502" y="2900365"/>
            <a:ext cx="5246518" cy="1171580"/>
          </a:xfrm>
        </p:spPr>
        <p:txBody>
          <a:bodyPr anchor="t"/>
          <a:lstStyle>
            <a:lvl1pPr algn="l">
              <a:lnSpc>
                <a:spcPts val="44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GB" noProof="0" dirty="0"/>
              <a:t>Click here to insert title</a:t>
            </a:r>
          </a:p>
        </p:txBody>
      </p:sp>
      <p:sp>
        <p:nvSpPr>
          <p:cNvPr id="8" name="Podnadpis 2"/>
          <p:cNvSpPr>
            <a:spLocks noGrp="1"/>
          </p:cNvSpPr>
          <p:nvPr>
            <p:ph type="subTitle" idx="1" hasCustomPrompt="1"/>
          </p:nvPr>
        </p:nvSpPr>
        <p:spPr>
          <a:xfrm>
            <a:off x="398502" y="4116402"/>
            <a:ext cx="5246518" cy="698497"/>
          </a:xfrm>
        </p:spPr>
        <p:txBody>
          <a:bodyPr anchor="t"/>
          <a:lstStyle>
            <a:lvl1pPr marL="0" indent="0" algn="l">
              <a:buNone/>
              <a:defRPr lang="cs-CZ" sz="2400" b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GB" noProof="0" dirty="0"/>
              <a:t>Click here to insert subtitle</a:t>
            </a:r>
          </a:p>
        </p:txBody>
      </p:sp>
      <p:sp>
        <p:nvSpPr>
          <p:cNvPr id="10" name="Zástupný symbol pro obrázek 7">
            <a:extLst>
              <a:ext uri="{FF2B5EF4-FFF2-40B4-BE49-F238E27FC236}">
                <a16:creationId xmlns:a16="http://schemas.microsoft.com/office/drawing/2014/main" id="{05C2E24A-1A94-4B14-B9BB-CA01DE5DD20D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096000" y="0"/>
            <a:ext cx="6096000" cy="6857999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 dirty="0"/>
              <a:t>Click on the icon to insert image</a:t>
            </a:r>
          </a:p>
        </p:txBody>
      </p:sp>
      <p:sp>
        <p:nvSpPr>
          <p:cNvPr id="12" name="Zástupný symbol pro zápatí 2">
            <a:extLst>
              <a:ext uri="{FF2B5EF4-FFF2-40B4-BE49-F238E27FC236}">
                <a16:creationId xmlns:a16="http://schemas.microsoft.com/office/drawing/2014/main" id="{CC921DFF-8B97-473C-919A-06F55168BDF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20000" y="6228000"/>
            <a:ext cx="4925020" cy="252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Define footer – presentation title / department</a:t>
            </a:r>
          </a:p>
        </p:txBody>
      </p:sp>
      <p:pic>
        <p:nvPicPr>
          <p:cNvPr id="11" name="Obrázek 8">
            <a:extLst>
              <a:ext uri="{FF2B5EF4-FFF2-40B4-BE49-F238E27FC236}">
                <a16:creationId xmlns:a16="http://schemas.microsoft.com/office/drawing/2014/main" id="{7E6880F0-83A7-F843-A1AD-5B2C5BDA516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4000" y="414000"/>
            <a:ext cx="1546942" cy="1060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99248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432">
          <p15:clr>
            <a:srgbClr val="FBAE40"/>
          </p15:clr>
        </p15:guide>
        <p15:guide id="2" pos="234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verse slide with image">
    <p:bg>
      <p:bgPr>
        <a:solidFill>
          <a:srgbClr val="F2D4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ástupný symbol pro obrázek 7"/>
          <p:cNvSpPr>
            <a:spLocks noGrp="1"/>
          </p:cNvSpPr>
          <p:nvPr>
            <p:ph type="pic" sz="quarter" idx="12" hasCustomPrompt="1"/>
          </p:nvPr>
        </p:nvSpPr>
        <p:spPr>
          <a:xfrm>
            <a:off x="0" y="1"/>
            <a:ext cx="12192000" cy="5842000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 dirty="0"/>
              <a:t>Click here to insert image</a:t>
            </a:r>
          </a:p>
        </p:txBody>
      </p:sp>
      <p:pic>
        <p:nvPicPr>
          <p:cNvPr id="2" name="Obrázek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81277" y="6048000"/>
            <a:ext cx="865418" cy="593152"/>
          </a:xfrm>
          <a:prstGeom prst="rect">
            <a:avLst/>
          </a:prstGeom>
        </p:spPr>
      </p:pic>
      <p:sp>
        <p:nvSpPr>
          <p:cNvPr id="7" name="Zástupný symbol pro text 5">
            <a:extLst>
              <a:ext uri="{FF2B5EF4-FFF2-40B4-BE49-F238E27FC236}">
                <a16:creationId xmlns:a16="http://schemas.microsoft.com/office/drawing/2014/main" id="{46E80635-6C5C-49F3-8F11-AD16586CD07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0000" y="6040795"/>
            <a:ext cx="8555976" cy="510831"/>
          </a:xfrm>
        </p:spPr>
        <p:txBody>
          <a:bodyPr lIns="0" tIns="0" rIns="0" bIns="0" numCol="1" spcCol="324000">
            <a:noAutofit/>
          </a:bodyPr>
          <a:lstStyle>
            <a:lvl1pPr marL="0" marR="0" indent="0" algn="l" defTabSz="914400" rtl="0" eaLnBrk="1" fontAlgn="base" latinLnBrk="0" hangingPunct="1">
              <a:lnSpc>
                <a:spcPts val="18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SzPct val="100000"/>
              <a:buFontTx/>
              <a:buNone/>
              <a:tabLst/>
              <a:defRPr sz="1500" b="0">
                <a:solidFill>
                  <a:schemeClr val="tx1"/>
                </a:solidFill>
              </a:defRPr>
            </a:lvl1pPr>
            <a:lvl2pPr algn="l">
              <a:defRPr u="none"/>
            </a:lvl2pPr>
            <a:lvl3pPr algn="l">
              <a:defRPr>
                <a:latin typeface="+mn-lt"/>
              </a:defRPr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GB" noProof="0" dirty="0"/>
              <a:t>Click here to insert text</a:t>
            </a:r>
          </a:p>
        </p:txBody>
      </p:sp>
    </p:spTree>
    <p:extLst>
      <p:ext uri="{BB962C8B-B14F-4D97-AF65-F5344CB8AC3E}">
        <p14:creationId xmlns:p14="http://schemas.microsoft.com/office/powerpoint/2010/main" val="19642117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NI FI slide">
    <p:bg>
      <p:bgPr>
        <a:solidFill>
          <a:srgbClr val="F2D4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cký objekt 5">
            <a:extLst>
              <a:ext uri="{FF2B5EF4-FFF2-40B4-BE49-F238E27FC236}">
                <a16:creationId xmlns:a16="http://schemas.microsoft.com/office/drawing/2014/main" id="{B05C908F-B8F4-4FC8-A2D7-35366122770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042872" y="2021800"/>
            <a:ext cx="4106254" cy="2814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9703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NI FI slide - Seal">
    <p:bg>
      <p:bgPr>
        <a:solidFill>
          <a:srgbClr val="F2D4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5">
            <a:extLst>
              <a:ext uri="{FF2B5EF4-FFF2-40B4-BE49-F238E27FC236}">
                <a16:creationId xmlns:a16="http://schemas.microsoft.com/office/drawing/2014/main" id="{3A9C8E3C-A1A3-3B4A-B3B3-C43896A33F1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3336" y="1629000"/>
            <a:ext cx="3605327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25356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NI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rázek 6">
            <a:extLst>
              <a:ext uri="{FF2B5EF4-FFF2-40B4-BE49-F238E27FC236}">
                <a16:creationId xmlns:a16="http://schemas.microsoft.com/office/drawing/2014/main" id="{C4DCCB8A-E23F-49B6-A0BE-D9E395C4E7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57242" y="2298933"/>
            <a:ext cx="8712448" cy="2260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12142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29" name="Rectangle 1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720000" y="6228000"/>
            <a:ext cx="7920000" cy="25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>
              <a:defRPr lang="cs-CZ" altLang="cs-CZ" sz="1200" dirty="0" smtClean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GB" noProof="0" dirty="0"/>
              <a:t>Define footer – presentation title / department</a:t>
            </a:r>
          </a:p>
        </p:txBody>
      </p:sp>
      <p:sp>
        <p:nvSpPr>
          <p:cNvPr id="64530" name="Rectangle 1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14000" y="6228000"/>
            <a:ext cx="252000" cy="25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</a:bodyPr>
          <a:lstStyle>
            <a:lvl1pPr algn="l">
              <a:defRPr sz="1200" b="0">
                <a:solidFill>
                  <a:schemeClr val="tx2"/>
                </a:solidFill>
                <a:latin typeface="+mj-lt"/>
              </a:defRPr>
            </a:lvl1pPr>
          </a:lstStyle>
          <a:p>
            <a:fld id="{0DE708CC-0C3F-4567-9698-B54C0F35BD31}" type="slidenum">
              <a:rPr lang="en-GB" altLang="cs-CZ" noProof="0" smtClean="0"/>
              <a:pPr/>
              <a:t>‹#›</a:t>
            </a:fld>
            <a:endParaRPr lang="en-GB" altLang="cs-CZ" noProof="0" dirty="0"/>
          </a:p>
        </p:txBody>
      </p:sp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E73EFD05-44F7-4406-AC4D-1167FBFF80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720000"/>
            <a:ext cx="10753200" cy="45157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noProof="0" dirty="0"/>
              <a:t>Click here to insert heading</a:t>
            </a:r>
            <a:endParaRPr lang="cs-CZ" dirty="0"/>
          </a:p>
        </p:txBody>
      </p:sp>
      <p:sp>
        <p:nvSpPr>
          <p:cNvPr id="5" name="Zástupný symbol pro text 4">
            <a:extLst>
              <a:ext uri="{FF2B5EF4-FFF2-40B4-BE49-F238E27FC236}">
                <a16:creationId xmlns:a16="http://schemas.microsoft.com/office/drawing/2014/main" id="{A4DA628E-D8CA-41EE-AA1A-D14D1A53A2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8800" y="1872000"/>
            <a:ext cx="10753200" cy="396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14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SzPct val="100000"/>
              <a:buFontTx/>
              <a:buNone/>
              <a:tabLst/>
              <a:defRPr/>
            </a:pPr>
            <a:r>
              <a:rPr lang="en-GB" noProof="0" dirty="0"/>
              <a:t>Click here to insert text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84" r:id="rId2"/>
    <p:sldLayoutId id="2147483685" r:id="rId3"/>
    <p:sldLayoutId id="2147483674" r:id="rId4"/>
    <p:sldLayoutId id="2147483688" r:id="rId5"/>
    <p:sldLayoutId id="2147483698" r:id="rId6"/>
    <p:sldLayoutId id="2147483673" r:id="rId7"/>
    <p:sldLayoutId id="2147483675" r:id="rId8"/>
    <p:sldLayoutId id="2147483695" r:id="rId9"/>
    <p:sldLayoutId id="2147483677" r:id="rId10"/>
    <p:sldLayoutId id="2147483686" r:id="rId11"/>
    <p:sldLayoutId id="2147483697" r:id="rId12"/>
    <p:sldLayoutId id="2147483690" r:id="rId13"/>
    <p:sldLayoutId id="2147483696" r:id="rId14"/>
    <p:sldLayoutId id="2147483694" r:id="rId15"/>
    <p:sldLayoutId id="2147483692" r:id="rId16"/>
    <p:sldLayoutId id="2147483699" r:id="rId17"/>
    <p:sldLayoutId id="2147483693" r:id="rId18"/>
  </p:sldLayoutIdLst>
  <p:hf hdr="0" dt="0"/>
  <p:txStyles>
    <p:titleStyle>
      <a:lvl1pPr algn="l" rtl="0" eaLnBrk="1" fontAlgn="base" hangingPunct="1">
        <a:lnSpc>
          <a:spcPts val="4000"/>
        </a:lnSpc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287D"/>
          </a:solidFill>
          <a:latin typeface="Tahoma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287D"/>
          </a:solidFill>
          <a:latin typeface="Tahoma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287D"/>
          </a:solidFill>
          <a:latin typeface="Tahoma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287D"/>
          </a:solidFill>
          <a:latin typeface="Tahoma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287D"/>
          </a:solidFill>
          <a:latin typeface="Tahoma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287D"/>
          </a:solidFill>
          <a:latin typeface="Tahoma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287D"/>
          </a:solidFill>
          <a:latin typeface="Tahoma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287D"/>
          </a:solidFill>
          <a:latin typeface="Tahoma" pitchFamily="34" charset="0"/>
        </a:defRPr>
      </a:lvl9pPr>
    </p:titleStyle>
    <p:bodyStyle>
      <a:lvl1pPr marL="0" marR="0" indent="0" algn="l" defTabSz="914400" rtl="0" eaLnBrk="1" fontAlgn="base" latinLnBrk="0" hangingPunct="1">
        <a:lnSpc>
          <a:spcPct val="114000"/>
        </a:lnSpc>
        <a:spcBef>
          <a:spcPts val="0"/>
        </a:spcBef>
        <a:spcAft>
          <a:spcPct val="0"/>
        </a:spcAft>
        <a:buClr>
          <a:schemeClr val="tx2"/>
        </a:buClr>
        <a:buSzPct val="100000"/>
        <a:buFontTx/>
        <a:buNone/>
        <a:tabLst/>
        <a:defRPr sz="2800" b="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rtl="0" eaLnBrk="1" fontAlgn="base" hangingPunct="1">
        <a:lnSpc>
          <a:spcPts val="1800"/>
        </a:lnSpc>
        <a:spcBef>
          <a:spcPts val="0"/>
        </a:spcBef>
        <a:spcAft>
          <a:spcPct val="0"/>
        </a:spcAft>
        <a:buClr>
          <a:schemeClr val="tx2"/>
        </a:buClr>
        <a:buSzPct val="100000"/>
        <a:buFontTx/>
        <a:buNone/>
        <a:defRPr sz="1500" b="0">
          <a:solidFill>
            <a:schemeClr val="tx1"/>
          </a:solidFill>
          <a:latin typeface="+mn-lt"/>
        </a:defRPr>
      </a:lvl2pPr>
      <a:lvl3pPr marL="914400" indent="0" algn="l" rtl="0" eaLnBrk="1" fontAlgn="base" hangingPunct="1">
        <a:lnSpc>
          <a:spcPts val="1800"/>
        </a:lnSpc>
        <a:spcBef>
          <a:spcPts val="0"/>
        </a:spcBef>
        <a:spcAft>
          <a:spcPct val="0"/>
        </a:spcAft>
        <a:buClr>
          <a:schemeClr val="folHlink"/>
        </a:buClr>
        <a:buSzPct val="80000"/>
        <a:buFontTx/>
        <a:buNone/>
        <a:defRPr sz="1500" b="0">
          <a:solidFill>
            <a:schemeClr val="tx1"/>
          </a:solidFill>
          <a:latin typeface="+mn-lt"/>
        </a:defRPr>
      </a:lvl3pPr>
      <a:lvl4pPr marL="1371600" indent="0" algn="l" rtl="0" eaLnBrk="1" fontAlgn="base" hangingPunct="1">
        <a:lnSpc>
          <a:spcPts val="1800"/>
        </a:lnSpc>
        <a:spcBef>
          <a:spcPts val="0"/>
        </a:spcBef>
        <a:spcAft>
          <a:spcPct val="0"/>
        </a:spcAft>
        <a:buClr>
          <a:schemeClr val="accent2"/>
        </a:buClr>
        <a:buSzPct val="90000"/>
        <a:buFontTx/>
        <a:buNone/>
        <a:defRPr sz="1500" b="0">
          <a:solidFill>
            <a:schemeClr val="tx1"/>
          </a:solidFill>
          <a:latin typeface="+mn-lt"/>
        </a:defRPr>
      </a:lvl4pPr>
      <a:lvl5pPr marL="1828800" indent="0" algn="l" rtl="0" eaLnBrk="1" fontAlgn="base" hangingPunct="1">
        <a:lnSpc>
          <a:spcPts val="1800"/>
        </a:lnSpc>
        <a:spcBef>
          <a:spcPts val="0"/>
        </a:spcBef>
        <a:spcAft>
          <a:spcPct val="0"/>
        </a:spcAft>
        <a:buClr>
          <a:schemeClr val="accent1"/>
        </a:buClr>
        <a:buFontTx/>
        <a:buNone/>
        <a:defRPr sz="1500" b="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Blip>
          <a:blip r:embed="rId20"/>
        </a:buBlip>
        <a:defRPr>
          <a:solidFill>
            <a:schemeClr val="tx1"/>
          </a:solidFill>
          <a:latin typeface="+mn-lt"/>
        </a:defRPr>
      </a:lvl6pPr>
      <a:lvl7pPr marL="2743200" indent="0" algn="l" rtl="0" eaLnBrk="1" fontAlgn="base" hangingPunct="1">
        <a:lnSpc>
          <a:spcPts val="1800"/>
        </a:lnSpc>
        <a:spcBef>
          <a:spcPts val="0"/>
        </a:spcBef>
        <a:spcAft>
          <a:spcPct val="0"/>
        </a:spcAft>
        <a:buClr>
          <a:schemeClr val="accent1"/>
        </a:buClr>
        <a:buFont typeface="Arial" panose="020B0604020202020204" pitchFamily="34" charset="0"/>
        <a:buNone/>
        <a:defRPr baseline="0">
          <a:solidFill>
            <a:schemeClr val="tx1"/>
          </a:solidFill>
          <a:latin typeface="+mn-lt"/>
        </a:defRPr>
      </a:lvl7pPr>
      <a:lvl8pPr marL="3200400" indent="0" algn="l" rtl="0" eaLnBrk="1" fontAlgn="base" hangingPunct="1">
        <a:lnSpc>
          <a:spcPts val="1800"/>
        </a:lnSpc>
        <a:spcBef>
          <a:spcPts val="0"/>
        </a:spcBef>
        <a:spcAft>
          <a:spcPct val="0"/>
        </a:spcAft>
        <a:buClr>
          <a:schemeClr val="accent1"/>
        </a:buClr>
        <a:buFont typeface="Arial" panose="020B0604020202020204" pitchFamily="34" charset="0"/>
        <a:buNone/>
        <a:defRPr>
          <a:solidFill>
            <a:schemeClr val="tx1"/>
          </a:solidFill>
          <a:latin typeface="+mn-lt"/>
        </a:defRPr>
      </a:lvl8pPr>
      <a:lvl9pPr marL="3657600" indent="0" algn="l" rtl="0" eaLnBrk="1" fontAlgn="base" hangingPunct="1">
        <a:lnSpc>
          <a:spcPts val="1800"/>
        </a:lnSpc>
        <a:spcBef>
          <a:spcPts val="0"/>
        </a:spcBef>
        <a:spcAft>
          <a:spcPct val="0"/>
        </a:spcAft>
        <a:buClr>
          <a:schemeClr val="accent1"/>
        </a:buClr>
        <a:buFont typeface="Arial" panose="020B0604020202020204" pitchFamily="34" charset="0"/>
        <a:buNone/>
        <a:defRPr>
          <a:solidFill>
            <a:schemeClr val="tx1"/>
          </a:solidFill>
          <a:latin typeface="+mn-lt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935" userDrawn="1">
          <p15:clr>
            <a:srgbClr val="F26B43"/>
          </p15:clr>
        </p15:guide>
        <p15:guide id="2" pos="43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pätu 1">
            <a:extLst>
              <a:ext uri="{FF2B5EF4-FFF2-40B4-BE49-F238E27FC236}">
                <a16:creationId xmlns:a16="http://schemas.microsoft.com/office/drawing/2014/main" id="{6178D330-B66C-744A-9DAE-6FE02756516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cs-CZ" noProof="0" dirty="0"/>
              <a:t>PV293 - Softwarové architektury</a:t>
            </a:r>
          </a:p>
        </p:txBody>
      </p:sp>
      <p:sp>
        <p:nvSpPr>
          <p:cNvPr id="3" name="Zástupný objekt pre číslo snímky 2">
            <a:extLst>
              <a:ext uri="{FF2B5EF4-FFF2-40B4-BE49-F238E27FC236}">
                <a16:creationId xmlns:a16="http://schemas.microsoft.com/office/drawing/2014/main" id="{3CDB8457-0BA6-D54B-A726-511C9A367AE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DE708CC-0C3F-4567-9698-B54C0F35BD31}" type="slidenum">
              <a:rPr lang="cs-CZ" noProof="0" smtClean="0"/>
              <a:pPr/>
              <a:t>1</a:t>
            </a:fld>
            <a:endParaRPr lang="cs-CZ" noProof="0" dirty="0"/>
          </a:p>
        </p:txBody>
      </p:sp>
      <p:sp>
        <p:nvSpPr>
          <p:cNvPr id="4" name="Nadpis 3">
            <a:extLst>
              <a:ext uri="{FF2B5EF4-FFF2-40B4-BE49-F238E27FC236}">
                <a16:creationId xmlns:a16="http://schemas.microsoft.com/office/drawing/2014/main" id="{123A9B39-6D5B-1149-AF4B-4E9BE3220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noProof="0" dirty="0"/>
              <a:t>PV293 - Softwarové architektury</a:t>
            </a:r>
            <a:br>
              <a:rPr lang="cs-CZ" noProof="0" dirty="0"/>
            </a:br>
            <a:endParaRPr lang="cs-CZ" noProof="0" dirty="0"/>
          </a:p>
        </p:txBody>
      </p:sp>
      <p:sp>
        <p:nvSpPr>
          <p:cNvPr id="5" name="Podnadpis 4">
            <a:extLst>
              <a:ext uri="{FF2B5EF4-FFF2-40B4-BE49-F238E27FC236}">
                <a16:creationId xmlns:a16="http://schemas.microsoft.com/office/drawing/2014/main" id="{57CF0B4A-6B2F-5E47-805C-7758C9BCEB0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cs-CZ" noProof="0" dirty="0"/>
              <a:t>Košvanec</a:t>
            </a:r>
          </a:p>
        </p:txBody>
      </p:sp>
    </p:spTree>
    <p:extLst>
      <p:ext uri="{BB962C8B-B14F-4D97-AF65-F5344CB8AC3E}">
        <p14:creationId xmlns:p14="http://schemas.microsoft.com/office/powerpoint/2010/main" val="30396133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26911F-D201-D17C-4DB6-2B7BEC9ABC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patí 1">
            <a:extLst>
              <a:ext uri="{FF2B5EF4-FFF2-40B4-BE49-F238E27FC236}">
                <a16:creationId xmlns:a16="http://schemas.microsoft.com/office/drawing/2014/main" id="{2EACA4FB-0423-E582-BD6F-A4945CA05EF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cs-CZ" dirty="0"/>
              <a:t>PV293 - Softwarové architektury</a:t>
            </a:r>
          </a:p>
        </p:txBody>
      </p:sp>
      <p:sp>
        <p:nvSpPr>
          <p:cNvPr id="3" name="Zástupný symbol pro číslo snímku 2">
            <a:extLst>
              <a:ext uri="{FF2B5EF4-FFF2-40B4-BE49-F238E27FC236}">
                <a16:creationId xmlns:a16="http://schemas.microsoft.com/office/drawing/2014/main" id="{45A3E797-898E-C9A2-DF63-27ECEAD0DC2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70407D-EE58-4A0B-824B-1D3AE42DD9CF}" type="slidenum">
              <a:rPr lang="en-GB" altLang="cs-CZ" noProof="0" smtClean="0"/>
              <a:pPr/>
              <a:t>2</a:t>
            </a:fld>
            <a:endParaRPr lang="en-GB" altLang="cs-CZ" noProof="0" dirty="0"/>
          </a:p>
        </p:txBody>
      </p:sp>
      <p:sp>
        <p:nvSpPr>
          <p:cNvPr id="4" name="Nadpis 3">
            <a:extLst>
              <a:ext uri="{FF2B5EF4-FFF2-40B4-BE49-F238E27FC236}">
                <a16:creationId xmlns:a16="http://schemas.microsoft.com/office/drawing/2014/main" id="{95D799FF-E080-5DEC-593F-B2E7535966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Opakování</a:t>
            </a:r>
            <a:endParaRPr lang="en-US" dirty="0"/>
          </a:p>
        </p:txBody>
      </p:sp>
      <p:pic>
        <p:nvPicPr>
          <p:cNvPr id="8" name="Zástupný obsah 7" descr="Obsah obrázku text, snímek obrazovky, diagram, číslo&#10;&#10;Obsah generovaný pomocí AI může být nesprávný.">
            <a:extLst>
              <a:ext uri="{FF2B5EF4-FFF2-40B4-BE49-F238E27FC236}">
                <a16:creationId xmlns:a16="http://schemas.microsoft.com/office/drawing/2014/main" id="{750BF13C-9F4F-37A4-CD96-FE99C0DBA2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7363" y="1692275"/>
            <a:ext cx="8578861" cy="4140200"/>
          </a:xfrm>
        </p:spPr>
      </p:pic>
    </p:spTree>
    <p:extLst>
      <p:ext uri="{BB962C8B-B14F-4D97-AF65-F5344CB8AC3E}">
        <p14:creationId xmlns:p14="http://schemas.microsoft.com/office/powerpoint/2010/main" val="35801280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12B59C-2E86-E957-14A4-9FCA4AFBB9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patí 1">
            <a:extLst>
              <a:ext uri="{FF2B5EF4-FFF2-40B4-BE49-F238E27FC236}">
                <a16:creationId xmlns:a16="http://schemas.microsoft.com/office/drawing/2014/main" id="{BCA6519D-32D0-7FC3-80C8-BD8DE89CE8E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cs-CZ" dirty="0"/>
              <a:t>PV293 - Softwarové architektury</a:t>
            </a:r>
          </a:p>
        </p:txBody>
      </p:sp>
      <p:sp>
        <p:nvSpPr>
          <p:cNvPr id="3" name="Zástupný symbol pro číslo snímku 2">
            <a:extLst>
              <a:ext uri="{FF2B5EF4-FFF2-40B4-BE49-F238E27FC236}">
                <a16:creationId xmlns:a16="http://schemas.microsoft.com/office/drawing/2014/main" id="{00FB85F0-284B-0285-B93D-AF60416BC54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70407D-EE58-4A0B-824B-1D3AE42DD9CF}" type="slidenum">
              <a:rPr lang="en-GB" altLang="cs-CZ" noProof="0" smtClean="0"/>
              <a:pPr/>
              <a:t>3</a:t>
            </a:fld>
            <a:endParaRPr lang="en-GB" altLang="cs-CZ" noProof="0" dirty="0"/>
          </a:p>
        </p:txBody>
      </p:sp>
      <p:sp>
        <p:nvSpPr>
          <p:cNvPr id="4" name="Nadpis 3">
            <a:extLst>
              <a:ext uri="{FF2B5EF4-FFF2-40B4-BE49-F238E27FC236}">
                <a16:creationId xmlns:a16="http://schemas.microsoft.com/office/drawing/2014/main" id="{B0697F9C-C48C-E2A0-2CB7-7F4F2F24D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Opakování</a:t>
            </a:r>
            <a:endParaRPr lang="en-US" dirty="0"/>
          </a:p>
        </p:txBody>
      </p:sp>
      <p:pic>
        <p:nvPicPr>
          <p:cNvPr id="9" name="Zástupný obsah 8" descr="Obsah obrázku text, snímek obrazovky, Písmo, číslo&#10;&#10;Obsah generovaný pomocí AI může být nesprávný.">
            <a:extLst>
              <a:ext uri="{FF2B5EF4-FFF2-40B4-BE49-F238E27FC236}">
                <a16:creationId xmlns:a16="http://schemas.microsoft.com/office/drawing/2014/main" id="{40C237D3-3278-A4EA-A469-3802314716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6323" y="1982742"/>
            <a:ext cx="2396834" cy="1999569"/>
          </a:xfrm>
        </p:spPr>
      </p:pic>
      <p:pic>
        <p:nvPicPr>
          <p:cNvPr id="11" name="Obrázek 10" descr="Obsah obrázku text, snímek obrazovky, Písmo, číslo&#10;&#10;Obsah generovaný pomocí AI může být nesprávný.">
            <a:extLst>
              <a:ext uri="{FF2B5EF4-FFF2-40B4-BE49-F238E27FC236}">
                <a16:creationId xmlns:a16="http://schemas.microsoft.com/office/drawing/2014/main" id="{72B4E71E-23D0-BD27-4705-7B58D9BC49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6329" y="3417265"/>
            <a:ext cx="1724025" cy="1438275"/>
          </a:xfrm>
          <a:prstGeom prst="rect">
            <a:avLst/>
          </a:prstGeom>
        </p:spPr>
      </p:pic>
      <p:cxnSp>
        <p:nvCxnSpPr>
          <p:cNvPr id="13" name="Přímá spojnice se šipkou 12">
            <a:extLst>
              <a:ext uri="{FF2B5EF4-FFF2-40B4-BE49-F238E27FC236}">
                <a16:creationId xmlns:a16="http://schemas.microsoft.com/office/drawing/2014/main" id="{CF37FD41-9314-5605-29BE-F412CEC7FF3C}"/>
              </a:ext>
            </a:extLst>
          </p:cNvPr>
          <p:cNvCxnSpPr/>
          <p:nvPr/>
        </p:nvCxnSpPr>
        <p:spPr bwMode="auto">
          <a:xfrm>
            <a:off x="2177143" y="3982311"/>
            <a:ext cx="0" cy="59767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" name="Přímá spojnice se šipkou 17">
            <a:extLst>
              <a:ext uri="{FF2B5EF4-FFF2-40B4-BE49-F238E27FC236}">
                <a16:creationId xmlns:a16="http://schemas.microsoft.com/office/drawing/2014/main" id="{524076FE-E2F2-6588-EB0D-8C32483A6472}"/>
              </a:ext>
            </a:extLst>
          </p:cNvPr>
          <p:cNvCxnSpPr>
            <a:stCxn id="9" idx="3"/>
          </p:cNvCxnSpPr>
          <p:nvPr/>
        </p:nvCxnSpPr>
        <p:spPr bwMode="auto">
          <a:xfrm>
            <a:off x="3663157" y="2982527"/>
            <a:ext cx="1233172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" name="Obdélník: se zakulacenými rohy 20">
            <a:extLst>
              <a:ext uri="{FF2B5EF4-FFF2-40B4-BE49-F238E27FC236}">
                <a16:creationId xmlns:a16="http://schemas.microsoft.com/office/drawing/2014/main" id="{A05A64BE-3137-8746-381B-20D879EB3BD8}"/>
              </a:ext>
            </a:extLst>
          </p:cNvPr>
          <p:cNvSpPr/>
          <p:nvPr/>
        </p:nvSpPr>
        <p:spPr bwMode="auto">
          <a:xfrm>
            <a:off x="4896329" y="2625323"/>
            <a:ext cx="1908675" cy="574573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2800" b="0" i="0" u="none" strike="noStrike" cap="none" normalizeH="0" baseline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</a:rPr>
              <a:t>Addresses</a:t>
            </a:r>
            <a:endParaRPr kumimoji="0" lang="en-US" sz="28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p:cxnSp>
        <p:nvCxnSpPr>
          <p:cNvPr id="23" name="Přímá spojnice se šipkou 22">
            <a:extLst>
              <a:ext uri="{FF2B5EF4-FFF2-40B4-BE49-F238E27FC236}">
                <a16:creationId xmlns:a16="http://schemas.microsoft.com/office/drawing/2014/main" id="{5AC93601-4239-50D4-7EF6-197A3EC8DC00}"/>
              </a:ext>
            </a:extLst>
          </p:cNvPr>
          <p:cNvCxnSpPr/>
          <p:nvPr/>
        </p:nvCxnSpPr>
        <p:spPr bwMode="auto">
          <a:xfrm>
            <a:off x="3663157" y="3476552"/>
            <a:ext cx="1233172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" name="Obdélník: se zakulacenými rohy 25">
            <a:extLst>
              <a:ext uri="{FF2B5EF4-FFF2-40B4-BE49-F238E27FC236}">
                <a16:creationId xmlns:a16="http://schemas.microsoft.com/office/drawing/2014/main" id="{14DD20CE-E9B3-F2E0-39CE-793CFC62A58E}"/>
              </a:ext>
            </a:extLst>
          </p:cNvPr>
          <p:cNvSpPr/>
          <p:nvPr/>
        </p:nvSpPr>
        <p:spPr bwMode="auto">
          <a:xfrm>
            <a:off x="1266323" y="4579988"/>
            <a:ext cx="1984463" cy="574573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cs-CZ" sz="28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Customers</a:t>
            </a:r>
            <a:endParaRPr kumimoji="0" lang="en-US" sz="28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421567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C9573C-6217-4856-4179-B101830EA5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patí 1">
            <a:extLst>
              <a:ext uri="{FF2B5EF4-FFF2-40B4-BE49-F238E27FC236}">
                <a16:creationId xmlns:a16="http://schemas.microsoft.com/office/drawing/2014/main" id="{7121E673-E97B-EC5C-8AF7-E44391B078C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cs-CZ" dirty="0"/>
              <a:t>PV293 - Softwarové architektury</a:t>
            </a:r>
          </a:p>
        </p:txBody>
      </p:sp>
      <p:sp>
        <p:nvSpPr>
          <p:cNvPr id="3" name="Zástupný symbol pro číslo snímku 2">
            <a:extLst>
              <a:ext uri="{FF2B5EF4-FFF2-40B4-BE49-F238E27FC236}">
                <a16:creationId xmlns:a16="http://schemas.microsoft.com/office/drawing/2014/main" id="{3CCD8916-5CF0-389C-8745-062B534D86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70407D-EE58-4A0B-824B-1D3AE42DD9CF}" type="slidenum">
              <a:rPr lang="en-GB" altLang="cs-CZ" noProof="0" smtClean="0"/>
              <a:pPr/>
              <a:t>4</a:t>
            </a:fld>
            <a:endParaRPr lang="en-GB" altLang="cs-CZ" noProof="0" dirty="0"/>
          </a:p>
        </p:txBody>
      </p:sp>
      <p:sp>
        <p:nvSpPr>
          <p:cNvPr id="4" name="Nadpis 3">
            <a:extLst>
              <a:ext uri="{FF2B5EF4-FFF2-40B4-BE49-F238E27FC236}">
                <a16:creationId xmlns:a16="http://schemas.microsoft.com/office/drawing/2014/main" id="{B73B7976-AF33-344A-6215-165DE1613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Opakování</a:t>
            </a:r>
            <a:endParaRPr lang="en-US" dirty="0"/>
          </a:p>
        </p:txBody>
      </p:sp>
      <p:pic>
        <p:nvPicPr>
          <p:cNvPr id="8" name="Zástupný obsah 7" descr="Obsah obrázku text, snímek obrazovky, Písmo&#10;&#10;Obsah generovaný pomocí AI může být nesprávný.">
            <a:extLst>
              <a:ext uri="{FF2B5EF4-FFF2-40B4-BE49-F238E27FC236}">
                <a16:creationId xmlns:a16="http://schemas.microsoft.com/office/drawing/2014/main" id="{3CC396D2-35D4-552E-71ED-AF95D9A5C5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0720" y="1520431"/>
            <a:ext cx="7368109" cy="4191439"/>
          </a:xfrm>
        </p:spPr>
      </p:pic>
    </p:spTree>
    <p:extLst>
      <p:ext uri="{BB962C8B-B14F-4D97-AF65-F5344CB8AC3E}">
        <p14:creationId xmlns:p14="http://schemas.microsoft.com/office/powerpoint/2010/main" val="41413814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87674E-87D4-7D0E-C173-2813338B3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patí 1">
            <a:extLst>
              <a:ext uri="{FF2B5EF4-FFF2-40B4-BE49-F238E27FC236}">
                <a16:creationId xmlns:a16="http://schemas.microsoft.com/office/drawing/2014/main" id="{CCC3751E-3D31-804D-04E4-59DF7BEC269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cs-CZ" dirty="0"/>
              <a:t>PV293 - Softwarové architektury</a:t>
            </a:r>
          </a:p>
        </p:txBody>
      </p:sp>
      <p:sp>
        <p:nvSpPr>
          <p:cNvPr id="3" name="Zástupný symbol pro číslo snímku 2">
            <a:extLst>
              <a:ext uri="{FF2B5EF4-FFF2-40B4-BE49-F238E27FC236}">
                <a16:creationId xmlns:a16="http://schemas.microsoft.com/office/drawing/2014/main" id="{3CA1D285-3AED-74B7-44EA-488885B4929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70407D-EE58-4A0B-824B-1D3AE42DD9CF}" type="slidenum">
              <a:rPr lang="en-GB" altLang="cs-CZ" noProof="0" smtClean="0"/>
              <a:pPr/>
              <a:t>5</a:t>
            </a:fld>
            <a:endParaRPr lang="en-GB" altLang="cs-CZ" noProof="0" dirty="0"/>
          </a:p>
        </p:txBody>
      </p:sp>
      <p:sp>
        <p:nvSpPr>
          <p:cNvPr id="4" name="Nadpis 3">
            <a:extLst>
              <a:ext uri="{FF2B5EF4-FFF2-40B4-BE49-F238E27FC236}">
                <a16:creationId xmlns:a16="http://schemas.microsoft.com/office/drawing/2014/main" id="{606F630F-1261-6EFA-73DF-C96D7DD52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Opakování</a:t>
            </a:r>
            <a:endParaRPr lang="en-US" dirty="0"/>
          </a:p>
        </p:txBody>
      </p:sp>
      <p:pic>
        <p:nvPicPr>
          <p:cNvPr id="9" name="Zástupný obsah 8" descr="Obsah obrázku snímek obrazovky, černá, text&#10;&#10;Obsah generovaný pomocí AI může být nesprávný.">
            <a:extLst>
              <a:ext uri="{FF2B5EF4-FFF2-40B4-BE49-F238E27FC236}">
                <a16:creationId xmlns:a16="http://schemas.microsoft.com/office/drawing/2014/main" id="{66F1B18D-D5F7-09CF-8DFF-E5F87D712E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1444" y="1366558"/>
            <a:ext cx="10721240" cy="4448174"/>
          </a:xfrm>
        </p:spPr>
      </p:pic>
    </p:spTree>
    <p:extLst>
      <p:ext uri="{BB962C8B-B14F-4D97-AF65-F5344CB8AC3E}">
        <p14:creationId xmlns:p14="http://schemas.microsoft.com/office/powerpoint/2010/main" val="30778073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BD3616-69A0-7D90-1470-1275F35CF7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patí 1">
            <a:extLst>
              <a:ext uri="{FF2B5EF4-FFF2-40B4-BE49-F238E27FC236}">
                <a16:creationId xmlns:a16="http://schemas.microsoft.com/office/drawing/2014/main" id="{3367A264-3D6B-DF16-12A4-63E494C6D21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cs-CZ" dirty="0"/>
              <a:t>PV293 - Softwarové architektury</a:t>
            </a:r>
          </a:p>
        </p:txBody>
      </p:sp>
      <p:sp>
        <p:nvSpPr>
          <p:cNvPr id="3" name="Zástupný symbol pro číslo snímku 2">
            <a:extLst>
              <a:ext uri="{FF2B5EF4-FFF2-40B4-BE49-F238E27FC236}">
                <a16:creationId xmlns:a16="http://schemas.microsoft.com/office/drawing/2014/main" id="{7080EB72-0B08-0AC8-0075-0C1D87B34F6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70407D-EE58-4A0B-824B-1D3AE42DD9CF}" type="slidenum">
              <a:rPr lang="en-GB" altLang="cs-CZ" noProof="0" smtClean="0"/>
              <a:pPr/>
              <a:t>6</a:t>
            </a:fld>
            <a:endParaRPr lang="en-GB" altLang="cs-CZ" noProof="0" dirty="0"/>
          </a:p>
        </p:txBody>
      </p:sp>
      <p:sp>
        <p:nvSpPr>
          <p:cNvPr id="4" name="Nadpis 3">
            <a:extLst>
              <a:ext uri="{FF2B5EF4-FFF2-40B4-BE49-F238E27FC236}">
                <a16:creationId xmlns:a16="http://schemas.microsoft.com/office/drawing/2014/main" id="{82B12B66-8BF5-5D1C-9432-70CA95AE1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ASP.NET </a:t>
            </a:r>
            <a:r>
              <a:rPr lang="cs-CZ" dirty="0" err="1"/>
              <a:t>Aspire</a:t>
            </a:r>
            <a:endParaRPr lang="en-US" dirty="0"/>
          </a:p>
        </p:txBody>
      </p:sp>
      <p:pic>
        <p:nvPicPr>
          <p:cNvPr id="8" name="Zástupný obsah 7" descr="Obsah obrázku text, snímek obrazovky, Písmo, symbol&#10;&#10;Obsah generovaný pomocí AI může být nesprávný.">
            <a:extLst>
              <a:ext uri="{FF2B5EF4-FFF2-40B4-BE49-F238E27FC236}">
                <a16:creationId xmlns:a16="http://schemas.microsoft.com/office/drawing/2014/main" id="{C6B32BCD-D56C-1D0B-40F6-8F631F4C2C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1219" y="1350908"/>
            <a:ext cx="8358603" cy="4535542"/>
          </a:xfrm>
        </p:spPr>
      </p:pic>
    </p:spTree>
    <p:extLst>
      <p:ext uri="{BB962C8B-B14F-4D97-AF65-F5344CB8AC3E}">
        <p14:creationId xmlns:p14="http://schemas.microsoft.com/office/powerpoint/2010/main" val="984490373"/>
      </p:ext>
    </p:extLst>
  </p:cSld>
  <p:clrMapOvr>
    <a:masterClrMapping/>
  </p:clrMapOvr>
</p:sld>
</file>

<file path=ppt/theme/theme1.xml><?xml version="1.0" encoding="utf-8"?>
<a:theme xmlns:a="http://schemas.openxmlformats.org/drawingml/2006/main" name="Presentation_MU_EN">
  <a:themeElements>
    <a:clrScheme name="MUNI MED">
      <a:dk1>
        <a:srgbClr val="000000"/>
      </a:dk1>
      <a:lt1>
        <a:srgbClr val="FFFFFF"/>
      </a:lt1>
      <a:dk2>
        <a:srgbClr val="0000DC"/>
      </a:dk2>
      <a:lt2>
        <a:srgbClr val="FFC000"/>
      </a:lt2>
      <a:accent1>
        <a:srgbClr val="0000DC"/>
      </a:accent1>
      <a:accent2>
        <a:srgbClr val="F01928"/>
      </a:accent2>
      <a:accent3>
        <a:srgbClr val="00AF3F"/>
      </a:accent3>
      <a:accent4>
        <a:srgbClr val="4BC8FF"/>
      </a:accent4>
      <a:accent5>
        <a:srgbClr val="FF7300"/>
      </a:accent5>
      <a:accent6>
        <a:srgbClr val="B9006E"/>
      </a:accent6>
      <a:hlink>
        <a:srgbClr val="0000DC"/>
      </a:hlink>
      <a:folHlink>
        <a:srgbClr val="5AC8AF"/>
      </a:folHlink>
    </a:clrScheme>
    <a:fontScheme name="Office – klasické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2800" b="0" i="0" u="none" strike="noStrike" cap="none" normalizeH="0" baseline="0" dirty="0" err="1" smtClean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cs-CZ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  <a:txDef>
      <a:spPr>
        <a:noFill/>
      </a:spPr>
      <a:bodyPr wrap="square" rtlCol="0">
        <a:spAutoFit/>
      </a:bodyPr>
      <a:lstStyle>
        <a:defPPr algn="l">
          <a:defRPr sz="2800" dirty="0" err="1" smtClean="0">
            <a:latin typeface="+mn-lt"/>
          </a:defRPr>
        </a:defPPr>
      </a:lstStyle>
    </a:txDef>
  </a:objectDefaults>
  <a:extraClrSchemeLst>
    <a:extraClrScheme>
      <a:clrScheme name="Směsi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ěsi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ěsi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ěsi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ěsi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ěsi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ěsi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muni-fi-prezentace-pecet-16-9-en-v10.potx" id="{704F1FA7-F9BE-40BC-9B0C-B5353795C35A}" vid="{66F2B097-0E85-46C9-9195-24E66B7DCDB3}"/>
    </a:ext>
  </a:extLst>
</a:theme>
</file>

<file path=ppt/theme/theme2.xml><?xml version="1.0" encoding="utf-8"?>
<a:theme xmlns:a="http://schemas.openxmlformats.org/drawingml/2006/main" name="Motiv systému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Motiv systému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14C625F8BF61ED48BCD052DC90292957" ma:contentTypeVersion="17" ma:contentTypeDescription="Vytvoří nový dokument" ma:contentTypeScope="" ma:versionID="e0d329bf29da5bff5fb53bfb63aa2157">
  <xsd:schema xmlns:xsd="http://www.w3.org/2001/XMLSchema" xmlns:xs="http://www.w3.org/2001/XMLSchema" xmlns:p="http://schemas.microsoft.com/office/2006/metadata/properties" xmlns:ns3="c8f3fc2c-a3ba-4a56-b225-dd01e3cef7b1" xmlns:ns4="1b03cdca-bcb3-481d-aaaa-ac59088b2c30" targetNamespace="http://schemas.microsoft.com/office/2006/metadata/properties" ma:root="true" ma:fieldsID="f66ee75d19c7bdf9cc98c4c53bd8eb3d" ns3:_="" ns4:_="">
    <xsd:import namespace="c8f3fc2c-a3ba-4a56-b225-dd01e3cef7b1"/>
    <xsd:import namespace="1b03cdca-bcb3-481d-aaaa-ac59088b2c30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_activity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  <xsd:element ref="ns3:MediaServiceSystemTags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8f3fc2c-a3ba-4a56-b225-dd01e3cef7b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19" nillable="true" ma:displayName="_activity" ma:hidden="true" ma:internalName="_activity">
      <xsd:simpleType>
        <xsd:restriction base="dms:Note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2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23" nillable="true" ma:displayName="MediaServiceSystemTags" ma:hidden="true" ma:internalName="MediaServiceSystemTags" ma:readOnly="true">
      <xsd:simpleType>
        <xsd:restriction base="dms:Note"/>
      </xsd:simpleType>
    </xsd:element>
    <xsd:element name="MediaLengthInSeconds" ma:index="2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b03cdca-bcb3-481d-aaaa-ac59088b2c30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dílí se s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dílené s podrobnostmi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Hodnota hash upozornění na sdílení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c8f3fc2c-a3ba-4a56-b225-dd01e3cef7b1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5A9A9D0-5E47-4D99-A339-3EDFE24EAE2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8f3fc2c-a3ba-4a56-b225-dd01e3cef7b1"/>
    <ds:schemaRef ds:uri="1b03cdca-bcb3-481d-aaaa-ac59088b2c3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6352A82-6F1D-4C88-8599-6115178EC008}">
  <ds:schemaRefs>
    <ds:schemaRef ds:uri="http://schemas.microsoft.com/office/infopath/2007/PartnerControls"/>
    <ds:schemaRef ds:uri="http://purl.org/dc/terms/"/>
    <ds:schemaRef ds:uri="http://www.w3.org/XML/1998/namespace"/>
    <ds:schemaRef ds:uri="1b03cdca-bcb3-481d-aaaa-ac59088b2c30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purl.org/dc/dcmitype/"/>
    <ds:schemaRef ds:uri="http://schemas.openxmlformats.org/package/2006/metadata/core-properties"/>
    <ds:schemaRef ds:uri="c8f3fc2c-a3ba-4a56-b225-dd01e3cef7b1"/>
  </ds:schemaRefs>
</ds:datastoreItem>
</file>

<file path=customXml/itemProps3.xml><?xml version="1.0" encoding="utf-8"?>
<ds:datastoreItem xmlns:ds="http://schemas.openxmlformats.org/officeDocument/2006/customXml" ds:itemID="{DD470258-C907-4A62-B6C3-E0C32F10A7D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muni-fi-prezentace-pecet-16-9-en-v10</Template>
  <TotalTime>647</TotalTime>
  <Words>46</Words>
  <Application>Microsoft Office PowerPoint</Application>
  <PresentationFormat>Širokoúhlá obrazovka</PresentationFormat>
  <Paragraphs>21</Paragraphs>
  <Slides>6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6</vt:i4>
      </vt:variant>
    </vt:vector>
  </HeadingPairs>
  <TitlesOfParts>
    <vt:vector size="10" baseType="lpstr">
      <vt:lpstr>Arial</vt:lpstr>
      <vt:lpstr>Tahoma</vt:lpstr>
      <vt:lpstr>Wingdings</vt:lpstr>
      <vt:lpstr>Presentation_MU_EN</vt:lpstr>
      <vt:lpstr>PV293 - Softwarové architektury </vt:lpstr>
      <vt:lpstr>Opakování</vt:lpstr>
      <vt:lpstr>Opakování</vt:lpstr>
      <vt:lpstr>Opakování</vt:lpstr>
      <vt:lpstr>Opakování</vt:lpstr>
      <vt:lpstr>ASP.NET Aspire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Jakub Košvanec</dc:creator>
  <cp:lastModifiedBy>Jakub Košvanec</cp:lastModifiedBy>
  <cp:revision>65</cp:revision>
  <cp:lastPrinted>1601-01-01T00:00:00Z</cp:lastPrinted>
  <dcterms:created xsi:type="dcterms:W3CDTF">2025-09-15T15:52:34Z</dcterms:created>
  <dcterms:modified xsi:type="dcterms:W3CDTF">2025-11-18T20:38:35Z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0x01010014C625F8BF61ED48BCD052DC90292957</vt:lpwstr>
  </property>
</Properties>
</file>