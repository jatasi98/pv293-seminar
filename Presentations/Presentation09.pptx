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9"/>
  </p:notesMasterIdLst>
  <p:handoutMasterIdLst>
    <p:handoutMasterId r:id="rId10"/>
  </p:handoutMasterIdLst>
  <p:sldIdLst>
    <p:sldId id="256" r:id="rId5"/>
    <p:sldId id="299" r:id="rId6"/>
    <p:sldId id="300" r:id="rId7"/>
    <p:sldId id="302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orient="horz" pos="1272" userDrawn="1">
          <p15:clr>
            <a:srgbClr val="A4A3A4"/>
          </p15:clr>
        </p15:guide>
        <p15:guide id="3" orient="horz" pos="71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3944" userDrawn="1">
          <p15:clr>
            <a:srgbClr val="A4A3A4"/>
          </p15:clr>
        </p15:guide>
        <p15:guide id="6" pos="428" userDrawn="1">
          <p15:clr>
            <a:srgbClr val="A4A3A4"/>
          </p15:clr>
        </p15:guide>
        <p15:guide id="7" pos="7224" userDrawn="1">
          <p15:clr>
            <a:srgbClr val="A4A3A4"/>
          </p15:clr>
        </p15:guide>
        <p15:guide id="8" pos="909" userDrawn="1">
          <p15:clr>
            <a:srgbClr val="A4A3A4"/>
          </p15:clr>
        </p15:guide>
        <p15:guide id="9" pos="3688" userDrawn="1">
          <p15:clr>
            <a:srgbClr val="A4A3A4"/>
          </p15:clr>
        </p15:guide>
        <p15:guide id="10" pos="3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45C"/>
    <a:srgbClr val="9100DC"/>
    <a:srgbClr val="0000DC"/>
    <a:srgbClr val="F01928"/>
    <a:srgbClr val="5AC8AF"/>
    <a:srgbClr val="00287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6" autoAdjust="0"/>
    <p:restoredTop sz="95768" autoAdjust="0"/>
  </p:normalViewPr>
  <p:slideViewPr>
    <p:cSldViewPr snapToGrid="0">
      <p:cViewPr varScale="1">
        <p:scale>
          <a:sx n="142" d="100"/>
          <a:sy n="142" d="100"/>
        </p:scale>
        <p:origin x="120" y="522"/>
      </p:cViewPr>
      <p:guideLst>
        <p:guide orient="horz" pos="1117"/>
        <p:guide orient="horz" pos="1272"/>
        <p:guide orient="horz" pos="715"/>
        <p:guide orient="horz" pos="3861"/>
        <p:guide orient="horz" pos="3944"/>
        <p:guide pos="428"/>
        <p:guide pos="7224"/>
        <p:guide pos="909"/>
        <p:guide pos="3688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34D9CB-1186-4E97-85EF-EEFDD3E78B1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45144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061A6D36-8CFB-40FE-8D60-D205048812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88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/>
            </a:lvl1pPr>
          </a:lstStyle>
          <a:p>
            <a:r>
              <a:rPr lang="en-GB" noProof="0" dirty="0"/>
              <a:t>Click here to insert title</a:t>
            </a:r>
            <a:endParaRPr lang="cs-CZ" noProof="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3F24B06-B2DE-4D1F-B580-6248E87C0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marR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40AFFE6-DFC8-ED4A-8392-6B2AE8246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40" y="5232400"/>
            <a:ext cx="1261862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9" name="Obrázek 1">
            <a:extLst>
              <a:ext uri="{FF2B5EF4-FFF2-40B4-BE49-F238E27FC236}">
                <a16:creationId xmlns:a16="http://schemas.microsoft.com/office/drawing/2014/main" id="{F74FB45F-71BD-7549-920C-2FE5F1716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5CA9AC87-D3DE-408C-9471-D419F47483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171E40E3-5770-3B45-B4B5-35CBDCF20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ABDE9BC5-EE25-44B2-8081-F2B94BAA6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1D440DD4-5185-4C05-8E91-80CB3DC6739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91531ABC-E456-4507-A022-87C2E3C7A2A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8A01F6C5-F64B-434B-9159-2639E39BC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6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725" y="1296001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8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pPr lvl="0"/>
            <a:r>
              <a:rPr lang="en-GB" noProof="0" dirty="0"/>
              <a:t>Click here to insert heading</a:t>
            </a:r>
            <a:endParaRPr lang="cs-CZ" noProof="0" dirty="0"/>
          </a:p>
        </p:txBody>
      </p:sp>
      <p:sp>
        <p:nvSpPr>
          <p:cNvPr id="21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1278" y="1290515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D7707F6E-62D9-4ACE-A33C-A5E15E5CDF7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11B9D34-B8F8-4804-B959-27E40687C8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40DA4B4B-7461-C745-B756-166EA685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DF9A9-CF6E-49C8-A8BC-74FDF24B8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1D20B9-1A33-484F-AB08-D95E85A9C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2EACA-93F7-4696-A84F-C07E4801C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45EA606A-B012-497D-A062-93B4C5E7BD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735" y="2596845"/>
            <a:ext cx="4125465" cy="3208441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2000"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8" name="Zástupný symbol pro obrázek 7">
            <a:extLst>
              <a:ext uri="{FF2B5EF4-FFF2-40B4-BE49-F238E27FC236}">
                <a16:creationId xmlns:a16="http://schemas.microsoft.com/office/drawing/2014/main" id="{55454331-9726-47EA-9406-7071E2CA33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509" y="1665288"/>
            <a:ext cx="6207791" cy="4139998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1" name="Zástupný symbol pro text 7">
            <a:extLst>
              <a:ext uri="{FF2B5EF4-FFF2-40B4-BE49-F238E27FC236}">
                <a16:creationId xmlns:a16="http://schemas.microsoft.com/office/drawing/2014/main" id="{B0741B4D-1AE5-4AB1-8AD2-5E6FAC7F6F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08404865-443F-B54E-9D7D-2EEDA75D1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548D6DE9-EB16-4D0A-9F96-DD69C3E9721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40000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C2D097E9-9E99-4F02-A434-E69D713D0F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999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7E169087-A2FD-4849-9AAC-BD41AA07A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0000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E14CE5FF-FB97-4634-9714-4B5C0FDA38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200" y="4414270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4" name="Zástupný symbol pro text 13">
            <a:extLst>
              <a:ext uri="{FF2B5EF4-FFF2-40B4-BE49-F238E27FC236}">
                <a16:creationId xmlns:a16="http://schemas.microsoft.com/office/drawing/2014/main" id="{DD220DBF-2B26-4E32-826A-79839FF510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AD9E96F9-7F56-4453-A9FC-693AF7E57B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047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88362389-3E8C-4129-819C-75F0F7922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1436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8" name="Zástupný symbol pro obsah 12">
            <a:extLst>
              <a:ext uri="{FF2B5EF4-FFF2-40B4-BE49-F238E27FC236}">
                <a16:creationId xmlns:a16="http://schemas.microsoft.com/office/drawing/2014/main" id="{DE897ACA-C285-471C-BF3F-2886D04C7F9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9999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0" name="Zástupný symbol pro obsah 12">
            <a:extLst>
              <a:ext uri="{FF2B5EF4-FFF2-40B4-BE49-F238E27FC236}">
                <a16:creationId xmlns:a16="http://schemas.microsoft.com/office/drawing/2014/main" id="{9AF93628-9CF3-4CB5-A8C7-735B527D49B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0001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9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21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22" name="Obrázek 1">
            <a:extLst>
              <a:ext uri="{FF2B5EF4-FFF2-40B4-BE49-F238E27FC236}">
                <a16:creationId xmlns:a16="http://schemas.microsoft.com/office/drawing/2014/main" id="{4C4EA05C-1C23-FE44-AF48-3333F3DA7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1439ED6-907B-45D9-8FCC-98AE21B3C0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</p:spPr>
        <p:txBody>
          <a:bodyPr/>
          <a:lstStyle>
            <a:lvl1pPr marL="72000" indent="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8F31EC43-0A39-974A-894B-17801C9B6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Nadpis 12">
            <a:extLst>
              <a:ext uri="{FF2B5EF4-FFF2-40B4-BE49-F238E27FC236}">
                <a16:creationId xmlns:a16="http://schemas.microsoft.com/office/drawing/2014/main" id="{C80D1D37-E5CA-42AD-BE6B-219FAFB546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C683D6EC-6E68-DB41-837F-71C6377C2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mages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obsah 12">
            <a:extLst>
              <a:ext uri="{FF2B5EF4-FFF2-40B4-BE49-F238E27FC236}">
                <a16:creationId xmlns:a16="http://schemas.microsoft.com/office/drawing/2014/main" id="{9622FDD6-5C71-4DE9-BFBE-6443A2855E5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19997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8D903DEB-B441-46DB-8462-2640DC8DB3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99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1" name="Zástupný symbol pro text 13">
            <a:extLst>
              <a:ext uri="{FF2B5EF4-FFF2-40B4-BE49-F238E27FC236}">
                <a16:creationId xmlns:a16="http://schemas.microsoft.com/office/drawing/2014/main" id="{66F1D7B9-D1BE-446E-87CA-6AD81AFA83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4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3" name="Zástupný symbol pro text 5">
            <a:extLst>
              <a:ext uri="{FF2B5EF4-FFF2-40B4-BE49-F238E27FC236}">
                <a16:creationId xmlns:a16="http://schemas.microsoft.com/office/drawing/2014/main" id="{3947EF07-8AF7-4904-8565-F5D81E4282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278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334B9440-7A06-4BF8-9532-C11248171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003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7" name="Zástupný symbol pro obsah 12">
            <a:extLst>
              <a:ext uri="{FF2B5EF4-FFF2-40B4-BE49-F238E27FC236}">
                <a16:creationId xmlns:a16="http://schemas.microsoft.com/office/drawing/2014/main" id="{263AA377-982D-4CA3-B9BD-C61AF652481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51278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14" name="Obrázek 1">
            <a:extLst>
              <a:ext uri="{FF2B5EF4-FFF2-40B4-BE49-F238E27FC236}">
                <a16:creationId xmlns:a16="http://schemas.microsoft.com/office/drawing/2014/main" id="{C45EA08F-7138-934C-AD83-BFE0C4D826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A1250E97-1EDB-6C4B-8256-60FC879B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1" name="Nadpis 6">
            <a:extLst>
              <a:ext uri="{FF2B5EF4-FFF2-40B4-BE49-F238E27FC236}">
                <a16:creationId xmlns:a16="http://schemas.microsoft.com/office/drawing/2014/main" id="{210CF170-3CE8-4094-B136-F821606CD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F805DFF4-9876-466D-A663-D549EEF81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rgbClr val="0000DC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9" name="Zástupný symbol pro obrázek 7">
            <a:extLst>
              <a:ext uri="{FF2B5EF4-FFF2-40B4-BE49-F238E27FC236}">
                <a16:creationId xmlns:a16="http://schemas.microsoft.com/office/drawing/2014/main" id="{80C21443-92BF-4BF1-9C61-FDB664DC79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7" name="Zástupný symbol pro zápatí 1">
            <a:extLst>
              <a:ext uri="{FF2B5EF4-FFF2-40B4-BE49-F238E27FC236}">
                <a16:creationId xmlns:a16="http://schemas.microsoft.com/office/drawing/2014/main" id="{24438A88-1921-4DF2-9F65-459AAE83D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pic>
        <p:nvPicPr>
          <p:cNvPr id="8" name="Obrázek 5">
            <a:extLst>
              <a:ext uri="{FF2B5EF4-FFF2-40B4-BE49-F238E27FC236}">
                <a16:creationId xmlns:a16="http://schemas.microsoft.com/office/drawing/2014/main" id="{AB936B9F-8E01-464C-AF40-D5889DCC3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F585A7D-D2A5-48D6-9877-7D43E33E5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10" name="Zástupný symbol pro obrázek 7">
            <a:extLst>
              <a:ext uri="{FF2B5EF4-FFF2-40B4-BE49-F238E27FC236}">
                <a16:creationId xmlns:a16="http://schemas.microsoft.com/office/drawing/2014/main" id="{05C2E24A-1A94-4B14-B9BB-CA01DE5DD2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2" name="Zástupný symbol pro zápatí 2">
            <a:extLst>
              <a:ext uri="{FF2B5EF4-FFF2-40B4-BE49-F238E27FC236}">
                <a16:creationId xmlns:a16="http://schemas.microsoft.com/office/drawing/2014/main" id="{CC921DFF-8B97-473C-919A-06F55168B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pic>
        <p:nvPicPr>
          <p:cNvPr id="11" name="Obrázek 8">
            <a:extLst>
              <a:ext uri="{FF2B5EF4-FFF2-40B4-BE49-F238E27FC236}">
                <a16:creationId xmlns:a16="http://schemas.microsoft.com/office/drawing/2014/main" id="{7E6880F0-83A7-F843-A1AD-5B2C5BDA5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se slide with imag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rázek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842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image</a:t>
            </a:r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2"/>
          </a:xfrm>
          <a:prstGeom prst="rect">
            <a:avLst/>
          </a:prstGeom>
        </p:spPr>
      </p:pic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46E80635-6C5C-49F3-8F11-AD16586CD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6040795"/>
            <a:ext cx="8555976" cy="510831"/>
          </a:xfrm>
        </p:spPr>
        <p:txBody>
          <a:bodyPr lIns="0" tIns="0" rIns="0" bIns="0" numCol="1" spcCol="324000">
            <a:noAutofit/>
          </a:bodyPr>
          <a:lstStyle>
            <a:lvl1pPr marL="0" marR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</p:spTree>
    <p:extLst>
      <p:ext uri="{BB962C8B-B14F-4D97-AF65-F5344CB8AC3E}">
        <p14:creationId xmlns:p14="http://schemas.microsoft.com/office/powerpoint/2010/main" val="196421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cký objekt 5">
            <a:extLst>
              <a:ext uri="{FF2B5EF4-FFF2-40B4-BE49-F238E27FC236}">
                <a16:creationId xmlns:a16="http://schemas.microsoft.com/office/drawing/2014/main" id="{B05C908F-B8F4-4FC8-A2D7-353661227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2872" y="2021800"/>
            <a:ext cx="4106254" cy="28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 - Seal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5">
            <a:extLst>
              <a:ext uri="{FF2B5EF4-FFF2-40B4-BE49-F238E27FC236}">
                <a16:creationId xmlns:a16="http://schemas.microsoft.com/office/drawing/2014/main" id="{3A9C8E3C-A1A3-3B4A-B3B3-C43896A33F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6" y="1629000"/>
            <a:ext cx="360532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35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C4DCCB8A-E23F-49B6-A0BE-D9E395C4E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242" y="2298933"/>
            <a:ext cx="8712448" cy="2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85" r:id="rId3"/>
    <p:sldLayoutId id="2147483674" r:id="rId4"/>
    <p:sldLayoutId id="2147483688" r:id="rId5"/>
    <p:sldLayoutId id="2147483698" r:id="rId6"/>
    <p:sldLayoutId id="2147483673" r:id="rId7"/>
    <p:sldLayoutId id="2147483675" r:id="rId8"/>
    <p:sldLayoutId id="2147483695" r:id="rId9"/>
    <p:sldLayoutId id="2147483677" r:id="rId10"/>
    <p:sldLayoutId id="2147483686" r:id="rId11"/>
    <p:sldLayoutId id="2147483697" r:id="rId12"/>
    <p:sldLayoutId id="2147483690" r:id="rId13"/>
    <p:sldLayoutId id="2147483696" r:id="rId14"/>
    <p:sldLayoutId id="2147483694" r:id="rId15"/>
    <p:sldLayoutId id="2147483692" r:id="rId16"/>
    <p:sldLayoutId id="2147483699" r:id="rId17"/>
    <p:sldLayoutId id="2147483693" r:id="rId18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20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pätu 1">
            <a:extLst>
              <a:ext uri="{FF2B5EF4-FFF2-40B4-BE49-F238E27FC236}">
                <a16:creationId xmlns:a16="http://schemas.microsoft.com/office/drawing/2014/main" id="{6178D330-B66C-744A-9DAE-6FE0275651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CDB8457-0BA6-D54B-A726-511C9A367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noProof="0" smtClean="0"/>
              <a:pPr/>
              <a:t>1</a:t>
            </a:fld>
            <a:endParaRPr 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23A9B39-6D5B-1149-AF4B-4E9BE322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  <a:br>
              <a:rPr lang="cs-CZ" noProof="0" dirty="0"/>
            </a:br>
            <a:endParaRPr lang="cs-CZ" noProof="0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7CF0B4A-6B2F-5E47-805C-7758C9BCE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noProof="0" dirty="0"/>
              <a:t>Košvanec</a:t>
            </a:r>
          </a:p>
        </p:txBody>
      </p:sp>
    </p:spTree>
    <p:extLst>
      <p:ext uri="{BB962C8B-B14F-4D97-AF65-F5344CB8AC3E}">
        <p14:creationId xmlns:p14="http://schemas.microsoft.com/office/powerpoint/2010/main" val="303961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C3257F60-C79B-5B56-1D23-B7742C70DF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B627A2C-D3A9-A0BF-8A1F-0431364DFD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2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77C131B8-640C-C891-7A82-A659CBE7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Opakování</a:t>
            </a:r>
            <a:endParaRPr lang="en-US" dirty="0"/>
          </a:p>
        </p:txBody>
      </p:sp>
      <p:pic>
        <p:nvPicPr>
          <p:cNvPr id="7" name="Zástupný obsah 6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E0CA10DF-3FD5-22ED-9E8C-A24F37271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100" y="1439459"/>
            <a:ext cx="8964980" cy="4536615"/>
          </a:xfrm>
        </p:spPr>
      </p:pic>
    </p:spTree>
    <p:extLst>
      <p:ext uri="{BB962C8B-B14F-4D97-AF65-F5344CB8AC3E}">
        <p14:creationId xmlns:p14="http://schemas.microsoft.com/office/powerpoint/2010/main" val="297575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9225-DB04-8669-703C-CB315678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1561AF0B-8D6B-605B-DD25-D9034B6490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F376419F-85D5-D660-C70A-0A74627E2F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3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4B694161-C422-2C21-B690-67A46710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Messaging</a:t>
            </a:r>
            <a:endParaRPr lang="en-US" dirty="0"/>
          </a:p>
        </p:txBody>
      </p:sp>
      <p:pic>
        <p:nvPicPr>
          <p:cNvPr id="9" name="Zástupný obsah 8" descr="Obsah obrázku text, snímek obrazovky, diagram, design&#10;&#10;Obsah generovaný pomocí AI může být nesprávný.">
            <a:extLst>
              <a:ext uri="{FF2B5EF4-FFF2-40B4-BE49-F238E27FC236}">
                <a16:creationId xmlns:a16="http://schemas.microsoft.com/office/drawing/2014/main" id="{81281C83-E540-6CF1-D058-F34C50648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012" y="572248"/>
            <a:ext cx="4863643" cy="5190377"/>
          </a:xfrm>
        </p:spPr>
      </p:pic>
    </p:spTree>
    <p:extLst>
      <p:ext uri="{BB962C8B-B14F-4D97-AF65-F5344CB8AC3E}">
        <p14:creationId xmlns:p14="http://schemas.microsoft.com/office/powerpoint/2010/main" val="3447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911F-D201-D17C-4DB6-2B7BEC9A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2EACA4FB-0423-E582-BD6F-A4945CA05E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45A3E797-898E-C9A2-DF63-27ECEAD0DC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4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95D799FF-E080-5DEC-593F-B2E75359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Microservices</a:t>
            </a:r>
            <a:endParaRPr lang="en-US" dirty="0"/>
          </a:p>
        </p:txBody>
      </p:sp>
      <p:pic>
        <p:nvPicPr>
          <p:cNvPr id="8" name="Zástupný obsah 7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750BF13C-9F4F-37A4-CD96-FE99C0DBA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363" y="1692275"/>
            <a:ext cx="8578861" cy="4140200"/>
          </a:xfrm>
        </p:spPr>
      </p:pic>
    </p:spTree>
    <p:extLst>
      <p:ext uri="{BB962C8B-B14F-4D97-AF65-F5344CB8AC3E}">
        <p14:creationId xmlns:p14="http://schemas.microsoft.com/office/powerpoint/2010/main" val="358012806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MU_EN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fi-prezentace-pecet-16-9-en-v10.potx" id="{704F1FA7-F9BE-40BC-9B0C-B5353795C35A}" vid="{66F2B097-0E85-46C9-9195-24E66B7DCDB3}"/>
    </a:ext>
  </a:extLst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4C625F8BF61ED48BCD052DC90292957" ma:contentTypeVersion="17" ma:contentTypeDescription="Vytvoří nový dokument" ma:contentTypeScope="" ma:versionID="e0d329bf29da5bff5fb53bfb63aa2157">
  <xsd:schema xmlns:xsd="http://www.w3.org/2001/XMLSchema" xmlns:xs="http://www.w3.org/2001/XMLSchema" xmlns:p="http://schemas.microsoft.com/office/2006/metadata/properties" xmlns:ns3="c8f3fc2c-a3ba-4a56-b225-dd01e3cef7b1" xmlns:ns4="1b03cdca-bcb3-481d-aaaa-ac59088b2c30" targetNamespace="http://schemas.microsoft.com/office/2006/metadata/properties" ma:root="true" ma:fieldsID="f66ee75d19c7bdf9cc98c4c53bd8eb3d" ns3:_="" ns4:_="">
    <xsd:import namespace="c8f3fc2c-a3ba-4a56-b225-dd01e3cef7b1"/>
    <xsd:import namespace="1b03cdca-bcb3-481d-aaaa-ac59088b2c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fc2c-a3ba-4a56-b225-dd01e3cef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3cdca-bcb3-481d-aaaa-ac59088b2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f3fc2c-a3ba-4a56-b225-dd01e3cef7b1" xsi:nil="true"/>
  </documentManagement>
</p:properties>
</file>

<file path=customXml/itemProps1.xml><?xml version="1.0" encoding="utf-8"?>
<ds:datastoreItem xmlns:ds="http://schemas.openxmlformats.org/officeDocument/2006/customXml" ds:itemID="{DD470258-C907-4A62-B6C3-E0C32F10A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A9A9D0-5E47-4D99-A339-3EDFE24EA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fc2c-a3ba-4a56-b225-dd01e3cef7b1"/>
    <ds:schemaRef ds:uri="1b03cdca-bcb3-481d-aaaa-ac59088b2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352A82-6F1D-4C88-8599-6115178EC008}">
  <ds:schemaRefs>
    <ds:schemaRef ds:uri="http://schemas.microsoft.com/office/infopath/2007/PartnerControls"/>
    <ds:schemaRef ds:uri="http://purl.org/dc/terms/"/>
    <ds:schemaRef ds:uri="http://www.w3.org/XML/1998/namespace"/>
    <ds:schemaRef ds:uri="1b03cdca-bcb3-481d-aaaa-ac59088b2c30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c8f3fc2c-a3ba-4a56-b225-dd01e3cef7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muni-fi-prezentace-pecet-16-9-en-v10</Template>
  <TotalTime>616</TotalTime>
  <Words>29</Words>
  <Application>Microsoft Office PowerPoint</Application>
  <PresentationFormat>Širokoúhlá obrazovka</PresentationFormat>
  <Paragraphs>13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Arial</vt:lpstr>
      <vt:lpstr>Tahoma</vt:lpstr>
      <vt:lpstr>Wingdings</vt:lpstr>
      <vt:lpstr>Presentation_MU_EN</vt:lpstr>
      <vt:lpstr>PV293 - Softwarové architektury </vt:lpstr>
      <vt:lpstr>Opakování</vt:lpstr>
      <vt:lpstr>Messaging</vt:lpstr>
      <vt:lpstr>Microservices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Košvanec</dc:creator>
  <cp:lastModifiedBy>Jakub Košvanec</cp:lastModifiedBy>
  <cp:revision>60</cp:revision>
  <cp:lastPrinted>1601-01-01T00:00:00Z</cp:lastPrinted>
  <dcterms:created xsi:type="dcterms:W3CDTF">2025-09-15T15:52:34Z</dcterms:created>
  <dcterms:modified xsi:type="dcterms:W3CDTF">2025-11-11T19:09:36Z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0x01010014C625F8BF61ED48BCD052DC90292957</vt:lpwstr>
  </property>
</Properties>
</file>